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2"/>
  </p:notesMasterIdLst>
  <p:handoutMasterIdLst>
    <p:handoutMasterId r:id="rId33"/>
  </p:handoutMasterIdLst>
  <p:sldIdLst>
    <p:sldId id="256" r:id="rId2"/>
    <p:sldId id="258" r:id="rId3"/>
    <p:sldId id="259" r:id="rId4"/>
    <p:sldId id="260" r:id="rId5"/>
    <p:sldId id="261" r:id="rId6"/>
    <p:sldId id="262" r:id="rId7"/>
    <p:sldId id="263" r:id="rId8"/>
    <p:sldId id="265" r:id="rId9"/>
    <p:sldId id="266" r:id="rId10"/>
    <p:sldId id="264" r:id="rId11"/>
    <p:sldId id="267" r:id="rId12"/>
    <p:sldId id="268" r:id="rId13"/>
    <p:sldId id="269" r:id="rId14"/>
    <p:sldId id="270" r:id="rId15"/>
    <p:sldId id="271" r:id="rId16"/>
    <p:sldId id="272" r:id="rId17"/>
    <p:sldId id="273" r:id="rId18"/>
    <p:sldId id="274" r:id="rId19"/>
    <p:sldId id="275" r:id="rId20"/>
    <p:sldId id="276" r:id="rId21"/>
    <p:sldId id="277" r:id="rId22"/>
    <p:sldId id="281" r:id="rId23"/>
    <p:sldId id="282" r:id="rId24"/>
    <p:sldId id="284" r:id="rId25"/>
    <p:sldId id="283" r:id="rId26"/>
    <p:sldId id="278" r:id="rId27"/>
    <p:sldId id="279" r:id="rId28"/>
    <p:sldId id="280" r:id="rId29"/>
    <p:sldId id="285" r:id="rId30"/>
    <p:sldId id="286" r:id="rId31"/>
  </p:sldIdLst>
  <p:sldSz cx="12192000" cy="6858000"/>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horzBarState="maximized">
    <p:restoredLeft sz="15000" autoAdjust="0"/>
    <p:restoredTop sz="94660"/>
  </p:normalViewPr>
  <p:slideViewPr>
    <p:cSldViewPr snapToGrid="0">
      <p:cViewPr varScale="1">
        <p:scale>
          <a:sx n="70" d="100"/>
          <a:sy n="70" d="100"/>
        </p:scale>
        <p:origin x="73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5179484" y="0"/>
            <a:ext cx="3962400" cy="344091"/>
          </a:xfrm>
          <a:prstGeom prst="rect">
            <a:avLst/>
          </a:prstGeom>
        </p:spPr>
        <p:txBody>
          <a:bodyPr vert="horz" lIns="91440" tIns="45720" rIns="91440" bIns="45720" rtlCol="0"/>
          <a:lstStyle>
            <a:lvl1pPr algn="r">
              <a:defRPr sz="1200"/>
            </a:lvl1pPr>
          </a:lstStyle>
          <a:p>
            <a:fld id="{DCC79FAF-DD29-4655-BEF7-B64D9FBC238A}" type="datetimeFigureOut">
              <a:rPr lang="en-US" smtClean="0"/>
              <a:t>8/9/2026</a:t>
            </a:fld>
            <a:endParaRPr lang="en-US"/>
          </a:p>
        </p:txBody>
      </p:sp>
      <p:sp>
        <p:nvSpPr>
          <p:cNvPr id="4" name="Footer Placeholder 3"/>
          <p:cNvSpPr>
            <a:spLocks noGrp="1"/>
          </p:cNvSpPr>
          <p:nvPr>
            <p:ph type="ftr" sz="quarter" idx="2"/>
          </p:nvPr>
        </p:nvSpPr>
        <p:spPr>
          <a:xfrm>
            <a:off x="0" y="6513910"/>
            <a:ext cx="3962400" cy="34409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5179484" y="6513910"/>
            <a:ext cx="3962400" cy="344090"/>
          </a:xfrm>
          <a:prstGeom prst="rect">
            <a:avLst/>
          </a:prstGeom>
        </p:spPr>
        <p:txBody>
          <a:bodyPr vert="horz" lIns="91440" tIns="45720" rIns="91440" bIns="45720" rtlCol="0" anchor="b"/>
          <a:lstStyle>
            <a:lvl1pPr algn="r">
              <a:defRPr sz="1200"/>
            </a:lvl1pPr>
          </a:lstStyle>
          <a:p>
            <a:fld id="{4285A102-AC37-43B0-BABD-FEEAA818FE2E}" type="slidenum">
              <a:rPr lang="en-US" smtClean="0"/>
              <a:t>‹#›</a:t>
            </a:fld>
            <a:endParaRPr lang="en-US"/>
          </a:p>
        </p:txBody>
      </p:sp>
    </p:spTree>
    <p:extLst>
      <p:ext uri="{BB962C8B-B14F-4D97-AF65-F5344CB8AC3E}">
        <p14:creationId xmlns:p14="http://schemas.microsoft.com/office/powerpoint/2010/main" val="220915175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C20F4F17-EC7D-4924-ACE1-40EEDE6AA6A4}" type="datetimeFigureOut">
              <a:rPr lang="en-US" smtClean="0"/>
              <a:t>8/9/2026</a:t>
            </a:fld>
            <a:endParaRPr lang="en-US"/>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A33EE406-2C54-41E6-89FB-871D975CC6C0}" type="slidenum">
              <a:rPr lang="en-US" smtClean="0"/>
              <a:t>‹#›</a:t>
            </a:fld>
            <a:endParaRPr lang="en-US"/>
          </a:p>
        </p:txBody>
      </p:sp>
    </p:spTree>
    <p:extLst>
      <p:ext uri="{BB962C8B-B14F-4D97-AF65-F5344CB8AC3E}">
        <p14:creationId xmlns:p14="http://schemas.microsoft.com/office/powerpoint/2010/main" val="20096212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2" descr="TEXTUR~21"/>
          <p:cNvPicPr>
            <a:picLocks noChangeAspect="1" noChangeArrowheads="1"/>
          </p:cNvPicPr>
          <p:nvPr/>
        </p:nvPicPr>
        <p:blipFill>
          <a:blip r:embed="rId2" cstate="print"/>
          <a:srcRect/>
          <a:stretch>
            <a:fillRect/>
          </a:stretch>
        </p:blipFill>
        <p:spPr bwMode="auto">
          <a:xfrm>
            <a:off x="0" y="1690689"/>
            <a:ext cx="12192000" cy="3475037"/>
          </a:xfrm>
          <a:prstGeom prst="rect">
            <a:avLst/>
          </a:prstGeom>
          <a:noFill/>
          <a:ln w="9525">
            <a:noFill/>
            <a:miter lim="800000"/>
            <a:headEnd/>
            <a:tailEnd/>
          </a:ln>
        </p:spPr>
      </p:pic>
      <p:sp>
        <p:nvSpPr>
          <p:cNvPr id="5" name="Rectangle 3"/>
          <p:cNvSpPr>
            <a:spLocks noChangeArrowheads="1"/>
          </p:cNvSpPr>
          <p:nvPr/>
        </p:nvSpPr>
        <p:spPr bwMode="blackWhite">
          <a:xfrm>
            <a:off x="1" y="1"/>
            <a:ext cx="12187767" cy="1692275"/>
          </a:xfrm>
          <a:prstGeom prst="rect">
            <a:avLst/>
          </a:prstGeom>
          <a:solidFill>
            <a:schemeClr val="accent1"/>
          </a:solidFill>
          <a:ln w="3175">
            <a:solidFill>
              <a:schemeClr val="accent1"/>
            </a:solidFill>
            <a:miter lim="800000"/>
            <a:headEnd/>
            <a:tailEnd/>
          </a:ln>
          <a:effectLst/>
        </p:spPr>
        <p:txBody>
          <a:bodyPr wrap="none" anchor="ctr"/>
          <a:lstStyle/>
          <a:p>
            <a:pPr algn="ctr">
              <a:lnSpc>
                <a:spcPct val="80000"/>
              </a:lnSpc>
              <a:spcBef>
                <a:spcPct val="25000"/>
              </a:spcBef>
              <a:spcAft>
                <a:spcPct val="15000"/>
              </a:spcAft>
              <a:buClr>
                <a:srgbClr val="6CA6B8"/>
              </a:buClr>
              <a:buFont typeface="Arial" charset="0"/>
              <a:buChar char="–"/>
              <a:defRPr/>
            </a:pPr>
            <a:endParaRPr lang="en-US" sz="1800">
              <a:ea typeface="MS PGothic" pitchFamily="34" charset="-128"/>
              <a:cs typeface="+mn-cs"/>
            </a:endParaRPr>
          </a:p>
        </p:txBody>
      </p:sp>
      <p:sp>
        <p:nvSpPr>
          <p:cNvPr id="6" name="Rectangle 4"/>
          <p:cNvSpPr>
            <a:spLocks noChangeArrowheads="1"/>
          </p:cNvSpPr>
          <p:nvPr/>
        </p:nvSpPr>
        <p:spPr bwMode="blackWhite">
          <a:xfrm>
            <a:off x="1" y="5164139"/>
            <a:ext cx="12187767" cy="1692275"/>
          </a:xfrm>
          <a:prstGeom prst="rect">
            <a:avLst/>
          </a:prstGeom>
          <a:solidFill>
            <a:schemeClr val="accent1"/>
          </a:solidFill>
          <a:ln w="3175">
            <a:solidFill>
              <a:schemeClr val="accent1"/>
            </a:solidFill>
            <a:miter lim="800000"/>
            <a:headEnd/>
            <a:tailEnd/>
          </a:ln>
          <a:effectLst/>
        </p:spPr>
        <p:txBody>
          <a:bodyPr wrap="none" anchor="ctr"/>
          <a:lstStyle/>
          <a:p>
            <a:pPr algn="ctr">
              <a:lnSpc>
                <a:spcPct val="80000"/>
              </a:lnSpc>
              <a:spcBef>
                <a:spcPct val="25000"/>
              </a:spcBef>
              <a:spcAft>
                <a:spcPct val="15000"/>
              </a:spcAft>
              <a:buClr>
                <a:srgbClr val="6CA6B8"/>
              </a:buClr>
              <a:buFont typeface="Arial" charset="0"/>
              <a:buChar char="–"/>
              <a:defRPr/>
            </a:pPr>
            <a:endParaRPr lang="en-US" sz="1800">
              <a:ea typeface="MS PGothic" pitchFamily="34" charset="-128"/>
              <a:cs typeface="+mn-cs"/>
            </a:endParaRPr>
          </a:p>
        </p:txBody>
      </p:sp>
      <p:sp>
        <p:nvSpPr>
          <p:cNvPr id="7" name="Rectangle 8"/>
          <p:cNvSpPr>
            <a:spLocks noChangeArrowheads="1"/>
          </p:cNvSpPr>
          <p:nvPr/>
        </p:nvSpPr>
        <p:spPr bwMode="black">
          <a:xfrm>
            <a:off x="2675467" y="1287464"/>
            <a:ext cx="5471584" cy="306387"/>
          </a:xfrm>
          <a:prstGeom prst="rect">
            <a:avLst/>
          </a:prstGeom>
          <a:noFill/>
          <a:ln w="9525" algn="ctr">
            <a:noFill/>
            <a:miter lim="800000"/>
            <a:headEnd/>
            <a:tailEnd/>
          </a:ln>
          <a:effectLst/>
        </p:spPr>
        <p:txBody>
          <a:bodyPr lIns="18284" tIns="18284" rIns="18284" bIns="18284" anchor="ctr"/>
          <a:lstStyle/>
          <a:p>
            <a:pPr marL="342900" marR="0" lvl="0" indent="-342900" algn="l" defTabSz="914400" rtl="0" eaLnBrk="1" fontAlgn="auto" latinLnBrk="0" hangingPunct="1">
              <a:lnSpc>
                <a:spcPct val="98000"/>
              </a:lnSpc>
              <a:spcBef>
                <a:spcPct val="20000"/>
              </a:spcBef>
              <a:spcAft>
                <a:spcPts val="0"/>
              </a:spcAft>
              <a:buClrTx/>
              <a:buSzTx/>
              <a:buFontTx/>
              <a:buNone/>
              <a:tabLst/>
              <a:defRPr/>
            </a:pPr>
            <a:r>
              <a:rPr lang="en-US" sz="1800" dirty="0" err="1">
                <a:solidFill>
                  <a:srgbClr val="FFFFFF"/>
                </a:solidFill>
                <a:ea typeface="MS PGothic" pitchFamily="34" charset="-128"/>
                <a:cs typeface="+mn-cs"/>
              </a:rPr>
              <a:t>Phát</a:t>
            </a:r>
            <a:r>
              <a:rPr lang="en-US" sz="1800" baseline="0" dirty="0">
                <a:solidFill>
                  <a:srgbClr val="FFFFFF"/>
                </a:solidFill>
                <a:ea typeface="MS PGothic" pitchFamily="34" charset="-128"/>
                <a:cs typeface="+mn-cs"/>
              </a:rPr>
              <a:t> </a:t>
            </a:r>
            <a:r>
              <a:rPr lang="en-US" sz="1800" baseline="0" dirty="0" err="1">
                <a:solidFill>
                  <a:srgbClr val="FFFFFF"/>
                </a:solidFill>
                <a:ea typeface="MS PGothic" pitchFamily="34" charset="-128"/>
                <a:cs typeface="+mn-cs"/>
              </a:rPr>
              <a:t>triển</a:t>
            </a:r>
            <a:r>
              <a:rPr lang="en-US" sz="1800" baseline="0">
                <a:solidFill>
                  <a:srgbClr val="FFFFFF"/>
                </a:solidFill>
                <a:ea typeface="MS PGothic" pitchFamily="34" charset="-128"/>
                <a:cs typeface="+mn-cs"/>
              </a:rPr>
              <a:t> Web Back-End</a:t>
            </a:r>
            <a:endParaRPr lang="en-US" sz="1800">
              <a:solidFill>
                <a:srgbClr val="FFFFFF"/>
              </a:solidFill>
              <a:ea typeface="MS PGothic" pitchFamily="34" charset="-128"/>
              <a:cs typeface="+mn-cs"/>
            </a:endParaRPr>
          </a:p>
        </p:txBody>
      </p:sp>
      <p:sp>
        <p:nvSpPr>
          <p:cNvPr id="8" name="Line 11"/>
          <p:cNvSpPr>
            <a:spLocks noChangeShapeType="1"/>
          </p:cNvSpPr>
          <p:nvPr/>
        </p:nvSpPr>
        <p:spPr bwMode="black">
          <a:xfrm flipV="1">
            <a:off x="2484967" y="4217988"/>
            <a:ext cx="0" cy="933450"/>
          </a:xfrm>
          <a:prstGeom prst="line">
            <a:avLst/>
          </a:prstGeom>
          <a:noFill/>
          <a:ln w="12700">
            <a:solidFill>
              <a:schemeClr val="bg2"/>
            </a:solidFill>
            <a:round/>
            <a:headEnd/>
            <a:tailEnd/>
          </a:ln>
          <a:effectLst/>
        </p:spPr>
        <p:txBody>
          <a:bodyPr/>
          <a:lstStyle/>
          <a:p>
            <a:pPr algn="ctr">
              <a:lnSpc>
                <a:spcPct val="80000"/>
              </a:lnSpc>
              <a:spcBef>
                <a:spcPct val="25000"/>
              </a:spcBef>
              <a:spcAft>
                <a:spcPct val="15000"/>
              </a:spcAft>
              <a:buClr>
                <a:srgbClr val="6CA6B8"/>
              </a:buClr>
              <a:buFont typeface="Arial" charset="0"/>
              <a:buChar char="–"/>
              <a:defRPr/>
            </a:pPr>
            <a:endParaRPr lang="en-US" sz="1800">
              <a:ea typeface="MS PGothic" pitchFamily="34" charset="-128"/>
              <a:cs typeface="+mn-cs"/>
            </a:endParaRPr>
          </a:p>
        </p:txBody>
      </p:sp>
      <p:sp>
        <p:nvSpPr>
          <p:cNvPr id="9" name="Line 12"/>
          <p:cNvSpPr>
            <a:spLocks noChangeShapeType="1"/>
          </p:cNvSpPr>
          <p:nvPr/>
        </p:nvSpPr>
        <p:spPr bwMode="black">
          <a:xfrm flipV="1">
            <a:off x="2482851" y="1362076"/>
            <a:ext cx="0" cy="328613"/>
          </a:xfrm>
          <a:prstGeom prst="line">
            <a:avLst/>
          </a:prstGeom>
          <a:noFill/>
          <a:ln w="12700">
            <a:solidFill>
              <a:srgbClr val="FFFFFF"/>
            </a:solidFill>
            <a:round/>
            <a:headEnd/>
            <a:tailEnd/>
          </a:ln>
          <a:effectLst/>
        </p:spPr>
        <p:txBody>
          <a:bodyPr/>
          <a:lstStyle/>
          <a:p>
            <a:pPr algn="ctr">
              <a:lnSpc>
                <a:spcPct val="80000"/>
              </a:lnSpc>
              <a:spcBef>
                <a:spcPct val="25000"/>
              </a:spcBef>
              <a:spcAft>
                <a:spcPct val="15000"/>
              </a:spcAft>
              <a:buClr>
                <a:srgbClr val="6CA6B8"/>
              </a:buClr>
              <a:buFont typeface="Arial" charset="0"/>
              <a:buChar char="–"/>
              <a:defRPr/>
            </a:pPr>
            <a:endParaRPr lang="en-US" sz="1800">
              <a:ea typeface="MS PGothic" pitchFamily="34" charset="-128"/>
              <a:cs typeface="+mn-cs"/>
            </a:endParaRPr>
          </a:p>
        </p:txBody>
      </p:sp>
      <p:sp>
        <p:nvSpPr>
          <p:cNvPr id="11" name="TextBox 10"/>
          <p:cNvSpPr txBox="1"/>
          <p:nvPr/>
        </p:nvSpPr>
        <p:spPr>
          <a:xfrm>
            <a:off x="3556000" y="5410201"/>
            <a:ext cx="7620000" cy="436563"/>
          </a:xfrm>
          <a:prstGeom prst="rect">
            <a:avLst/>
          </a:prstGeom>
          <a:noFill/>
        </p:spPr>
        <p:txBody>
          <a:bodyPr>
            <a:spAutoFit/>
          </a:bodyPr>
          <a:lstStyle/>
          <a:p>
            <a:pPr algn="r">
              <a:lnSpc>
                <a:spcPct val="80000"/>
              </a:lnSpc>
              <a:spcBef>
                <a:spcPct val="25000"/>
              </a:spcBef>
              <a:spcAft>
                <a:spcPct val="15000"/>
              </a:spcAft>
              <a:buClr>
                <a:srgbClr val="6CA6B8"/>
              </a:buClr>
              <a:buFont typeface="Arial" charset="0"/>
              <a:buNone/>
              <a:defRPr/>
            </a:pPr>
            <a:r>
              <a:rPr lang="en-US" sz="2800" b="1" i="1" dirty="0" err="1">
                <a:solidFill>
                  <a:schemeClr val="bg1"/>
                </a:solidFill>
                <a:effectLst>
                  <a:outerShdw blurRad="38100" dist="38100" dir="2700000" algn="tl">
                    <a:srgbClr val="000000">
                      <a:alpha val="43137"/>
                    </a:srgbClr>
                  </a:outerShdw>
                </a:effectLst>
                <a:ea typeface="MS PGothic" pitchFamily="34" charset="-128"/>
                <a:cs typeface="+mn-cs"/>
              </a:rPr>
              <a:t>Khoa</a:t>
            </a:r>
            <a:r>
              <a:rPr lang="en-US" sz="2800" b="1" i="1" dirty="0">
                <a:solidFill>
                  <a:schemeClr val="bg1"/>
                </a:solidFill>
                <a:effectLst>
                  <a:outerShdw blurRad="38100" dist="38100" dir="2700000" algn="tl">
                    <a:srgbClr val="000000">
                      <a:alpha val="43137"/>
                    </a:srgbClr>
                  </a:outerShdw>
                </a:effectLst>
                <a:ea typeface="MS PGothic" pitchFamily="34" charset="-128"/>
                <a:cs typeface="+mn-cs"/>
              </a:rPr>
              <a:t> CNTT – HVNNVN</a:t>
            </a:r>
          </a:p>
        </p:txBody>
      </p:sp>
      <p:sp>
        <p:nvSpPr>
          <p:cNvPr id="8197" name="Rectangle 5"/>
          <p:cNvSpPr>
            <a:spLocks noGrp="1" noChangeArrowheads="1"/>
          </p:cNvSpPr>
          <p:nvPr>
            <p:ph type="ctrTitle"/>
          </p:nvPr>
        </p:nvSpPr>
        <p:spPr bwMode="black">
          <a:xfrm>
            <a:off x="520701" y="2291645"/>
            <a:ext cx="10606617" cy="1672344"/>
          </a:xfrm>
        </p:spPr>
        <p:txBody>
          <a:bodyPr anchor="t"/>
          <a:lstStyle>
            <a:lvl1pPr>
              <a:lnSpc>
                <a:spcPct val="150000"/>
              </a:lnSpc>
              <a:defRPr>
                <a:solidFill>
                  <a:schemeClr val="tx1"/>
                </a:solidFill>
              </a:defRPr>
            </a:lvl1pPr>
          </a:lstStyle>
          <a:p>
            <a:r>
              <a:rPr lang="en-US"/>
              <a:t>Click to edit Master title style</a:t>
            </a:r>
          </a:p>
        </p:txBody>
      </p:sp>
      <p:sp>
        <p:nvSpPr>
          <p:cNvPr id="8198" name="Rectangle 6"/>
          <p:cNvSpPr>
            <a:spLocks noGrp="1" noChangeArrowheads="1"/>
          </p:cNvSpPr>
          <p:nvPr>
            <p:ph type="subTitle" idx="1"/>
          </p:nvPr>
        </p:nvSpPr>
        <p:spPr bwMode="black">
          <a:xfrm>
            <a:off x="2599267" y="4106864"/>
            <a:ext cx="8534400" cy="998537"/>
          </a:xfrm>
        </p:spPr>
        <p:txBody>
          <a:bodyPr/>
          <a:lstStyle>
            <a:lvl1pPr marL="0" indent="0">
              <a:lnSpc>
                <a:spcPct val="90000"/>
              </a:lnSpc>
              <a:spcBef>
                <a:spcPct val="0"/>
              </a:spcBef>
              <a:spcAft>
                <a:spcPct val="0"/>
              </a:spcAft>
              <a:buFont typeface="Wingdings" pitchFamily="2" charset="2"/>
              <a:buNone/>
              <a:defRPr b="0">
                <a:solidFill>
                  <a:srgbClr val="6CA6B8"/>
                </a:solidFill>
              </a:defRPr>
            </a:lvl1pPr>
          </a:lstStyle>
          <a:p>
            <a:r>
              <a:rPr lang="en-US"/>
              <a:t>Click to edit Master subtitle style</a:t>
            </a:r>
          </a:p>
        </p:txBody>
      </p:sp>
      <p:sp>
        <p:nvSpPr>
          <p:cNvPr id="12" name="Rectangle 9"/>
          <p:cNvSpPr>
            <a:spLocks noGrp="1" noChangeArrowheads="1"/>
          </p:cNvSpPr>
          <p:nvPr>
            <p:ph type="ftr" sz="quarter" idx="10"/>
          </p:nvPr>
        </p:nvSpPr>
        <p:spPr>
          <a:xfrm>
            <a:off x="2698751" y="6221413"/>
            <a:ext cx="3862916" cy="311150"/>
          </a:xfrm>
        </p:spPr>
        <p:txBody>
          <a:bodyPr/>
          <a:lstStyle>
            <a:lvl1pPr>
              <a:defRPr sz="1300"/>
            </a:lvl1pPr>
          </a:lstStyle>
          <a:p>
            <a:endParaRPr lang="en-US"/>
          </a:p>
        </p:txBody>
      </p:sp>
    </p:spTree>
    <p:extLst>
      <p:ext uri="{BB962C8B-B14F-4D97-AF65-F5344CB8AC3E}">
        <p14:creationId xmlns:p14="http://schemas.microsoft.com/office/powerpoint/2010/main" val="18748504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effectLst>
                  <a:outerShdw blurRad="50800" dist="38100" dir="2700000" algn="tl" rotWithShape="0">
                    <a:schemeClr val="bg1">
                      <a:lumMod val="65000"/>
                      <a:alpha val="40000"/>
                    </a:schemeClr>
                  </a:outerShdw>
                </a:effectLst>
              </a:defRPr>
            </a:lvl1p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p:cNvSpPr>
            <a:spLocks noGrp="1" noChangeArrowheads="1"/>
          </p:cNvSpPr>
          <p:nvPr>
            <p:ph type="sldNum" sz="quarter" idx="10"/>
          </p:nvPr>
        </p:nvSpPr>
        <p:spPr>
          <a:ln/>
        </p:spPr>
        <p:txBody>
          <a:bodyPr/>
          <a:lstStyle>
            <a:lvl1pPr>
              <a:defRPr/>
            </a:lvl1pPr>
          </a:lstStyle>
          <a:p>
            <a:fld id="{FD4BB625-6399-40EF-8D3C-B968FF32E6CB}" type="slidenum">
              <a:rPr lang="en-US" smtClean="0"/>
              <a:t>‹#›</a:t>
            </a:fld>
            <a:endParaRPr lang="en-US"/>
          </a:p>
        </p:txBody>
      </p:sp>
      <p:sp>
        <p:nvSpPr>
          <p:cNvPr id="5" name="Rectangle 10"/>
          <p:cNvSpPr>
            <a:spLocks noGrp="1" noChangeArrowheads="1"/>
          </p:cNvSpPr>
          <p:nvPr>
            <p:ph type="ftr" sz="quarter" idx="11"/>
          </p:nvPr>
        </p:nvSpPr>
        <p:spPr>
          <a:ln/>
        </p:spPr>
        <p:txBody>
          <a:bodyPr/>
          <a:lstStyle>
            <a:lvl1pPr>
              <a:defRPr/>
            </a:lvl1pPr>
          </a:lstStyle>
          <a:p>
            <a:endParaRPr lang="en-US"/>
          </a:p>
        </p:txBody>
      </p:sp>
    </p:spTree>
    <p:extLst>
      <p:ext uri="{BB962C8B-B14F-4D97-AF65-F5344CB8AC3E}">
        <p14:creationId xmlns:p14="http://schemas.microsoft.com/office/powerpoint/2010/main" val="3316894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Edit Master text styles</a:t>
            </a:r>
          </a:p>
        </p:txBody>
      </p:sp>
      <p:sp>
        <p:nvSpPr>
          <p:cNvPr id="4" name="Rectangle 9"/>
          <p:cNvSpPr>
            <a:spLocks noGrp="1" noChangeArrowheads="1"/>
          </p:cNvSpPr>
          <p:nvPr>
            <p:ph type="sldNum" sz="quarter" idx="10"/>
          </p:nvPr>
        </p:nvSpPr>
        <p:spPr>
          <a:ln/>
        </p:spPr>
        <p:txBody>
          <a:bodyPr/>
          <a:lstStyle>
            <a:lvl1pPr>
              <a:defRPr/>
            </a:lvl1pPr>
          </a:lstStyle>
          <a:p>
            <a:fld id="{FD4BB625-6399-40EF-8D3C-B968FF32E6CB}" type="slidenum">
              <a:rPr lang="en-US" smtClean="0"/>
              <a:t>‹#›</a:t>
            </a:fld>
            <a:endParaRPr lang="en-US"/>
          </a:p>
        </p:txBody>
      </p:sp>
      <p:sp>
        <p:nvSpPr>
          <p:cNvPr id="5" name="Rectangle 10"/>
          <p:cNvSpPr>
            <a:spLocks noGrp="1" noChangeArrowheads="1"/>
          </p:cNvSpPr>
          <p:nvPr>
            <p:ph type="ftr" sz="quarter" idx="11"/>
          </p:nvPr>
        </p:nvSpPr>
        <p:spPr>
          <a:ln/>
        </p:spPr>
        <p:txBody>
          <a:bodyPr/>
          <a:lstStyle>
            <a:lvl1pPr>
              <a:defRPr/>
            </a:lvl1pPr>
          </a:lstStyle>
          <a:p>
            <a:endParaRPr lang="en-US"/>
          </a:p>
        </p:txBody>
      </p:sp>
    </p:spTree>
    <p:extLst>
      <p:ext uri="{BB962C8B-B14F-4D97-AF65-F5344CB8AC3E}">
        <p14:creationId xmlns:p14="http://schemas.microsoft.com/office/powerpoint/2010/main" val="42551057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914400" y="1776414"/>
            <a:ext cx="5082117" cy="3902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9718" y="1776414"/>
            <a:ext cx="5082116" cy="39020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9"/>
          <p:cNvSpPr>
            <a:spLocks noGrp="1" noChangeArrowheads="1"/>
          </p:cNvSpPr>
          <p:nvPr>
            <p:ph type="sldNum" sz="quarter" idx="10"/>
          </p:nvPr>
        </p:nvSpPr>
        <p:spPr>
          <a:ln/>
        </p:spPr>
        <p:txBody>
          <a:bodyPr/>
          <a:lstStyle>
            <a:lvl1pPr>
              <a:defRPr/>
            </a:lvl1pPr>
          </a:lstStyle>
          <a:p>
            <a:fld id="{FD4BB625-6399-40EF-8D3C-B968FF32E6CB}" type="slidenum">
              <a:rPr lang="en-US" smtClean="0"/>
              <a:t>‹#›</a:t>
            </a:fld>
            <a:endParaRPr lang="en-US"/>
          </a:p>
        </p:txBody>
      </p:sp>
      <p:sp>
        <p:nvSpPr>
          <p:cNvPr id="6" name="Rectangle 10"/>
          <p:cNvSpPr>
            <a:spLocks noGrp="1" noChangeArrowheads="1"/>
          </p:cNvSpPr>
          <p:nvPr>
            <p:ph type="ftr" sz="quarter" idx="11"/>
          </p:nvPr>
        </p:nvSpPr>
        <p:spPr>
          <a:ln/>
        </p:spPr>
        <p:txBody>
          <a:bodyPr/>
          <a:lstStyle>
            <a:lvl1pPr>
              <a:defRPr/>
            </a:lvl1pPr>
          </a:lstStyle>
          <a:p>
            <a:endParaRPr lang="en-US"/>
          </a:p>
        </p:txBody>
      </p:sp>
    </p:spTree>
    <p:extLst>
      <p:ext uri="{BB962C8B-B14F-4D97-AF65-F5344CB8AC3E}">
        <p14:creationId xmlns:p14="http://schemas.microsoft.com/office/powerpoint/2010/main" val="13700193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9"/>
          <p:cNvSpPr>
            <a:spLocks noGrp="1" noChangeArrowheads="1"/>
          </p:cNvSpPr>
          <p:nvPr>
            <p:ph type="sldNum" sz="quarter" idx="10"/>
          </p:nvPr>
        </p:nvSpPr>
        <p:spPr>
          <a:ln/>
        </p:spPr>
        <p:txBody>
          <a:bodyPr/>
          <a:lstStyle>
            <a:lvl1pPr>
              <a:defRPr/>
            </a:lvl1pPr>
          </a:lstStyle>
          <a:p>
            <a:fld id="{FD4BB625-6399-40EF-8D3C-B968FF32E6CB}" type="slidenum">
              <a:rPr lang="en-US" smtClean="0"/>
              <a:t>‹#›</a:t>
            </a:fld>
            <a:endParaRPr lang="en-US"/>
          </a:p>
        </p:txBody>
      </p:sp>
      <p:sp>
        <p:nvSpPr>
          <p:cNvPr id="8" name="Rectangle 10"/>
          <p:cNvSpPr>
            <a:spLocks noGrp="1" noChangeArrowheads="1"/>
          </p:cNvSpPr>
          <p:nvPr>
            <p:ph type="ftr" sz="quarter" idx="11"/>
          </p:nvPr>
        </p:nvSpPr>
        <p:spPr>
          <a:ln/>
        </p:spPr>
        <p:txBody>
          <a:bodyPr/>
          <a:lstStyle>
            <a:lvl1pPr>
              <a:defRPr/>
            </a:lvl1pPr>
          </a:lstStyle>
          <a:p>
            <a:endParaRPr lang="en-US"/>
          </a:p>
        </p:txBody>
      </p:sp>
    </p:spTree>
    <p:extLst>
      <p:ext uri="{BB962C8B-B14F-4D97-AF65-F5344CB8AC3E}">
        <p14:creationId xmlns:p14="http://schemas.microsoft.com/office/powerpoint/2010/main" val="26564274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9"/>
          <p:cNvSpPr>
            <a:spLocks noGrp="1" noChangeArrowheads="1"/>
          </p:cNvSpPr>
          <p:nvPr>
            <p:ph type="sldNum" sz="quarter" idx="10"/>
          </p:nvPr>
        </p:nvSpPr>
        <p:spPr>
          <a:ln/>
        </p:spPr>
        <p:txBody>
          <a:bodyPr/>
          <a:lstStyle>
            <a:lvl1pPr>
              <a:defRPr/>
            </a:lvl1pPr>
          </a:lstStyle>
          <a:p>
            <a:fld id="{FD4BB625-6399-40EF-8D3C-B968FF32E6CB}" type="slidenum">
              <a:rPr lang="en-US" smtClean="0"/>
              <a:t>‹#›</a:t>
            </a:fld>
            <a:endParaRPr lang="en-US"/>
          </a:p>
        </p:txBody>
      </p:sp>
      <p:sp>
        <p:nvSpPr>
          <p:cNvPr id="4" name="Rectangle 10"/>
          <p:cNvSpPr>
            <a:spLocks noGrp="1" noChangeArrowheads="1"/>
          </p:cNvSpPr>
          <p:nvPr>
            <p:ph type="ftr" sz="quarter" idx="11"/>
          </p:nvPr>
        </p:nvSpPr>
        <p:spPr>
          <a:ln/>
        </p:spPr>
        <p:txBody>
          <a:bodyPr/>
          <a:lstStyle>
            <a:lvl1pPr>
              <a:defRPr/>
            </a:lvl1pPr>
          </a:lstStyle>
          <a:p>
            <a:endParaRPr lang="en-US"/>
          </a:p>
        </p:txBody>
      </p:sp>
    </p:spTree>
    <p:extLst>
      <p:ext uri="{BB962C8B-B14F-4D97-AF65-F5344CB8AC3E}">
        <p14:creationId xmlns:p14="http://schemas.microsoft.com/office/powerpoint/2010/main" val="30177279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9"/>
          <p:cNvSpPr>
            <a:spLocks noGrp="1" noChangeArrowheads="1"/>
          </p:cNvSpPr>
          <p:nvPr>
            <p:ph type="sldNum" sz="quarter" idx="10"/>
          </p:nvPr>
        </p:nvSpPr>
        <p:spPr>
          <a:ln/>
        </p:spPr>
        <p:txBody>
          <a:bodyPr/>
          <a:lstStyle>
            <a:lvl1pPr>
              <a:defRPr/>
            </a:lvl1pPr>
          </a:lstStyle>
          <a:p>
            <a:fld id="{FD4BB625-6399-40EF-8D3C-B968FF32E6CB}" type="slidenum">
              <a:rPr lang="en-US" smtClean="0"/>
              <a:t>‹#›</a:t>
            </a:fld>
            <a:endParaRPr lang="en-US"/>
          </a:p>
        </p:txBody>
      </p:sp>
      <p:sp>
        <p:nvSpPr>
          <p:cNvPr id="3" name="Rectangle 10"/>
          <p:cNvSpPr>
            <a:spLocks noGrp="1" noChangeArrowheads="1"/>
          </p:cNvSpPr>
          <p:nvPr>
            <p:ph type="ftr" sz="quarter" idx="11"/>
          </p:nvPr>
        </p:nvSpPr>
        <p:spPr>
          <a:ln/>
        </p:spPr>
        <p:txBody>
          <a:bodyPr/>
          <a:lstStyle>
            <a:lvl1pPr>
              <a:defRPr/>
            </a:lvl1pPr>
          </a:lstStyle>
          <a:p>
            <a:endParaRPr lang="en-US"/>
          </a:p>
        </p:txBody>
      </p:sp>
    </p:spTree>
    <p:extLst>
      <p:ext uri="{BB962C8B-B14F-4D97-AF65-F5344CB8AC3E}">
        <p14:creationId xmlns:p14="http://schemas.microsoft.com/office/powerpoint/2010/main" val="23982643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Rectangle 9"/>
          <p:cNvSpPr>
            <a:spLocks noGrp="1" noChangeArrowheads="1"/>
          </p:cNvSpPr>
          <p:nvPr>
            <p:ph type="sldNum" sz="quarter" idx="10"/>
          </p:nvPr>
        </p:nvSpPr>
        <p:spPr>
          <a:ln/>
        </p:spPr>
        <p:txBody>
          <a:bodyPr/>
          <a:lstStyle>
            <a:lvl1pPr>
              <a:defRPr/>
            </a:lvl1pPr>
          </a:lstStyle>
          <a:p>
            <a:fld id="{FD4BB625-6399-40EF-8D3C-B968FF32E6CB}" type="slidenum">
              <a:rPr lang="en-US" smtClean="0"/>
              <a:t>‹#›</a:t>
            </a:fld>
            <a:endParaRPr lang="en-US"/>
          </a:p>
        </p:txBody>
      </p:sp>
      <p:sp>
        <p:nvSpPr>
          <p:cNvPr id="6" name="Rectangle 10"/>
          <p:cNvSpPr>
            <a:spLocks noGrp="1" noChangeArrowheads="1"/>
          </p:cNvSpPr>
          <p:nvPr>
            <p:ph type="ftr" sz="quarter" idx="11"/>
          </p:nvPr>
        </p:nvSpPr>
        <p:spPr>
          <a:ln/>
        </p:spPr>
        <p:txBody>
          <a:bodyPr/>
          <a:lstStyle>
            <a:lvl1pPr>
              <a:defRPr/>
            </a:lvl1pPr>
          </a:lstStyle>
          <a:p>
            <a:endParaRPr lang="en-US"/>
          </a:p>
        </p:txBody>
      </p:sp>
    </p:spTree>
    <p:extLst>
      <p:ext uri="{BB962C8B-B14F-4D97-AF65-F5344CB8AC3E}">
        <p14:creationId xmlns:p14="http://schemas.microsoft.com/office/powerpoint/2010/main" val="6601673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Rectangle 9"/>
          <p:cNvSpPr>
            <a:spLocks noGrp="1" noChangeArrowheads="1"/>
          </p:cNvSpPr>
          <p:nvPr>
            <p:ph type="sldNum" sz="quarter" idx="10"/>
          </p:nvPr>
        </p:nvSpPr>
        <p:spPr>
          <a:ln/>
        </p:spPr>
        <p:txBody>
          <a:bodyPr/>
          <a:lstStyle>
            <a:lvl1pPr>
              <a:defRPr/>
            </a:lvl1pPr>
          </a:lstStyle>
          <a:p>
            <a:fld id="{FD4BB625-6399-40EF-8D3C-B968FF32E6CB}" type="slidenum">
              <a:rPr lang="en-US" smtClean="0"/>
              <a:t>‹#›</a:t>
            </a:fld>
            <a:endParaRPr lang="en-US"/>
          </a:p>
        </p:txBody>
      </p:sp>
      <p:sp>
        <p:nvSpPr>
          <p:cNvPr id="6" name="Rectangle 10"/>
          <p:cNvSpPr>
            <a:spLocks noGrp="1" noChangeArrowheads="1"/>
          </p:cNvSpPr>
          <p:nvPr>
            <p:ph type="ftr" sz="quarter" idx="11"/>
          </p:nvPr>
        </p:nvSpPr>
        <p:spPr>
          <a:ln/>
        </p:spPr>
        <p:txBody>
          <a:bodyPr/>
          <a:lstStyle>
            <a:lvl1pPr>
              <a:defRPr/>
            </a:lvl1pPr>
          </a:lstStyle>
          <a:p>
            <a:endParaRPr lang="en-US"/>
          </a:p>
        </p:txBody>
      </p:sp>
    </p:spTree>
    <p:extLst>
      <p:ext uri="{BB962C8B-B14F-4D97-AF65-F5344CB8AC3E}">
        <p14:creationId xmlns:p14="http://schemas.microsoft.com/office/powerpoint/2010/main" val="24531648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p:cNvSpPr>
            <a:spLocks noGrp="1" noChangeArrowheads="1"/>
          </p:cNvSpPr>
          <p:nvPr>
            <p:ph type="sldNum" sz="quarter" idx="10"/>
          </p:nvPr>
        </p:nvSpPr>
        <p:spPr>
          <a:ln/>
        </p:spPr>
        <p:txBody>
          <a:bodyPr/>
          <a:lstStyle>
            <a:lvl1pPr>
              <a:defRPr/>
            </a:lvl1pPr>
          </a:lstStyle>
          <a:p>
            <a:fld id="{FD4BB625-6399-40EF-8D3C-B968FF32E6CB}" type="slidenum">
              <a:rPr lang="en-US" smtClean="0"/>
              <a:t>‹#›</a:t>
            </a:fld>
            <a:endParaRPr lang="en-US"/>
          </a:p>
        </p:txBody>
      </p:sp>
      <p:sp>
        <p:nvSpPr>
          <p:cNvPr id="5" name="Rectangle 10"/>
          <p:cNvSpPr>
            <a:spLocks noGrp="1" noChangeArrowheads="1"/>
          </p:cNvSpPr>
          <p:nvPr>
            <p:ph type="ftr" sz="quarter" idx="11"/>
          </p:nvPr>
        </p:nvSpPr>
        <p:spPr>
          <a:ln/>
        </p:spPr>
        <p:txBody>
          <a:bodyPr/>
          <a:lstStyle>
            <a:lvl1pPr>
              <a:defRPr/>
            </a:lvl1pPr>
          </a:lstStyle>
          <a:p>
            <a:endParaRPr lang="en-US"/>
          </a:p>
        </p:txBody>
      </p:sp>
    </p:spTree>
    <p:extLst>
      <p:ext uri="{BB962C8B-B14F-4D97-AF65-F5344CB8AC3E}">
        <p14:creationId xmlns:p14="http://schemas.microsoft.com/office/powerpoint/2010/main" val="8451814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513233" y="871538"/>
            <a:ext cx="2768600" cy="48069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05318" y="871538"/>
            <a:ext cx="8104716" cy="48069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p:cNvSpPr>
            <a:spLocks noGrp="1" noChangeArrowheads="1"/>
          </p:cNvSpPr>
          <p:nvPr>
            <p:ph type="sldNum" sz="quarter" idx="10"/>
          </p:nvPr>
        </p:nvSpPr>
        <p:spPr>
          <a:ln/>
        </p:spPr>
        <p:txBody>
          <a:bodyPr/>
          <a:lstStyle>
            <a:lvl1pPr>
              <a:defRPr/>
            </a:lvl1pPr>
          </a:lstStyle>
          <a:p>
            <a:fld id="{FD4BB625-6399-40EF-8D3C-B968FF32E6CB}" type="slidenum">
              <a:rPr lang="en-US" smtClean="0"/>
              <a:t>‹#›</a:t>
            </a:fld>
            <a:endParaRPr lang="en-US"/>
          </a:p>
        </p:txBody>
      </p:sp>
      <p:sp>
        <p:nvSpPr>
          <p:cNvPr id="5" name="Rectangle 10"/>
          <p:cNvSpPr>
            <a:spLocks noGrp="1" noChangeArrowheads="1"/>
          </p:cNvSpPr>
          <p:nvPr>
            <p:ph type="ftr" sz="quarter" idx="11"/>
          </p:nvPr>
        </p:nvSpPr>
        <p:spPr>
          <a:ln/>
        </p:spPr>
        <p:txBody>
          <a:bodyPr/>
          <a:lstStyle>
            <a:lvl1pPr>
              <a:defRPr/>
            </a:lvl1pPr>
          </a:lstStyle>
          <a:p>
            <a:endParaRPr lang="en-US"/>
          </a:p>
        </p:txBody>
      </p:sp>
    </p:spTree>
    <p:extLst>
      <p:ext uri="{BB962C8B-B14F-4D97-AF65-F5344CB8AC3E}">
        <p14:creationId xmlns:p14="http://schemas.microsoft.com/office/powerpoint/2010/main" val="37938572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05318" y="871539"/>
            <a:ext cx="10993967" cy="498475"/>
          </a:xfrm>
        </p:spPr>
        <p:txBody>
          <a:bodyPr/>
          <a:lstStyle/>
          <a:p>
            <a:r>
              <a:rPr lang="en-US"/>
              <a:t>Click to edit Master title style</a:t>
            </a:r>
          </a:p>
        </p:txBody>
      </p:sp>
      <p:sp>
        <p:nvSpPr>
          <p:cNvPr id="3" name="Text Placeholder 2"/>
          <p:cNvSpPr>
            <a:spLocks noGrp="1"/>
          </p:cNvSpPr>
          <p:nvPr>
            <p:ph type="body" sz="half" idx="1"/>
          </p:nvPr>
        </p:nvSpPr>
        <p:spPr>
          <a:xfrm>
            <a:off x="914400" y="1776414"/>
            <a:ext cx="5082117" cy="39020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9718" y="1776414"/>
            <a:ext cx="5082116" cy="39020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9"/>
          <p:cNvSpPr>
            <a:spLocks noGrp="1" noChangeArrowheads="1"/>
          </p:cNvSpPr>
          <p:nvPr>
            <p:ph type="sldNum" sz="quarter" idx="10"/>
          </p:nvPr>
        </p:nvSpPr>
        <p:spPr>
          <a:ln/>
        </p:spPr>
        <p:txBody>
          <a:bodyPr/>
          <a:lstStyle>
            <a:lvl1pPr>
              <a:defRPr/>
            </a:lvl1pPr>
          </a:lstStyle>
          <a:p>
            <a:fld id="{FD4BB625-6399-40EF-8D3C-B968FF32E6CB}" type="slidenum">
              <a:rPr lang="en-US" smtClean="0"/>
              <a:t>‹#›</a:t>
            </a:fld>
            <a:endParaRPr lang="en-US"/>
          </a:p>
        </p:txBody>
      </p:sp>
      <p:sp>
        <p:nvSpPr>
          <p:cNvPr id="6" name="Rectangle 10"/>
          <p:cNvSpPr>
            <a:spLocks noGrp="1" noChangeArrowheads="1"/>
          </p:cNvSpPr>
          <p:nvPr>
            <p:ph type="ftr" sz="quarter" idx="11"/>
          </p:nvPr>
        </p:nvSpPr>
        <p:spPr>
          <a:ln/>
        </p:spPr>
        <p:txBody>
          <a:bodyPr/>
          <a:lstStyle>
            <a:lvl1pPr>
              <a:defRPr/>
            </a:lvl1pPr>
          </a:lstStyle>
          <a:p>
            <a:endParaRPr lang="en-US"/>
          </a:p>
        </p:txBody>
      </p:sp>
    </p:spTree>
    <p:extLst>
      <p:ext uri="{BB962C8B-B14F-4D97-AF65-F5344CB8AC3E}">
        <p14:creationId xmlns:p14="http://schemas.microsoft.com/office/powerpoint/2010/main" val="23155873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21"/>
          <p:cNvPicPr>
            <a:picLocks noChangeArrowheads="1"/>
          </p:cNvPicPr>
          <p:nvPr/>
        </p:nvPicPr>
        <p:blipFill>
          <a:blip r:embed="rId14" cstate="print"/>
          <a:srcRect b="467"/>
          <a:stretch>
            <a:fillRect/>
          </a:stretch>
        </p:blipFill>
        <p:spPr bwMode="auto">
          <a:xfrm>
            <a:off x="0" y="6470651"/>
            <a:ext cx="12192000" cy="385763"/>
          </a:xfrm>
          <a:prstGeom prst="rect">
            <a:avLst/>
          </a:prstGeom>
          <a:noFill/>
          <a:ln w="9525">
            <a:noFill/>
            <a:miter lim="800000"/>
            <a:headEnd/>
            <a:tailEnd/>
          </a:ln>
        </p:spPr>
      </p:pic>
      <p:pic>
        <p:nvPicPr>
          <p:cNvPr id="1027" name="Picture 3" descr="21"/>
          <p:cNvPicPr>
            <a:picLocks noChangeAspect="1" noChangeArrowheads="1"/>
          </p:cNvPicPr>
          <p:nvPr/>
        </p:nvPicPr>
        <p:blipFill>
          <a:blip r:embed="rId15" cstate="print"/>
          <a:srcRect/>
          <a:stretch>
            <a:fillRect/>
          </a:stretch>
        </p:blipFill>
        <p:spPr bwMode="auto">
          <a:xfrm>
            <a:off x="0" y="1"/>
            <a:ext cx="12192000" cy="384175"/>
          </a:xfrm>
          <a:prstGeom prst="rect">
            <a:avLst/>
          </a:prstGeom>
          <a:noFill/>
          <a:ln w="9525">
            <a:noFill/>
            <a:miter lim="800000"/>
            <a:headEnd/>
            <a:tailEnd/>
          </a:ln>
        </p:spPr>
      </p:pic>
      <p:sp>
        <p:nvSpPr>
          <p:cNvPr id="1028" name="Rectangle 4"/>
          <p:cNvSpPr>
            <a:spLocks noGrp="1" noChangeArrowheads="1"/>
          </p:cNvSpPr>
          <p:nvPr>
            <p:ph type="title"/>
          </p:nvPr>
        </p:nvSpPr>
        <p:spPr bwMode="auto">
          <a:xfrm>
            <a:off x="205318" y="871539"/>
            <a:ext cx="10993967" cy="498475"/>
          </a:xfrm>
          <a:prstGeom prst="rect">
            <a:avLst/>
          </a:prstGeom>
          <a:noFill/>
          <a:ln w="9525" algn="ctr">
            <a:noFill/>
            <a:miter lim="800000"/>
            <a:headEnd/>
            <a:tailEnd/>
          </a:ln>
        </p:spPr>
        <p:txBody>
          <a:bodyPr vert="horz" wrap="square" lIns="91424" tIns="45712" rIns="91424" bIns="45712" numCol="1" anchor="b" anchorCtr="0" compatLnSpc="1">
            <a:prstTxWarp prst="textNoShape">
              <a:avLst/>
            </a:prstTxWarp>
          </a:bodyPr>
          <a:lstStyle/>
          <a:p>
            <a:pPr lvl="0"/>
            <a:r>
              <a:rPr lang="en-US"/>
              <a:t>Click to edit Master title style</a:t>
            </a:r>
          </a:p>
        </p:txBody>
      </p:sp>
      <p:sp>
        <p:nvSpPr>
          <p:cNvPr id="1029" name="Rectangle 5"/>
          <p:cNvSpPr>
            <a:spLocks noGrp="1" noChangeArrowheads="1"/>
          </p:cNvSpPr>
          <p:nvPr>
            <p:ph type="body" idx="1"/>
          </p:nvPr>
        </p:nvSpPr>
        <p:spPr bwMode="auto">
          <a:xfrm>
            <a:off x="914401" y="1776414"/>
            <a:ext cx="10367433" cy="3902075"/>
          </a:xfrm>
          <a:prstGeom prst="rect">
            <a:avLst/>
          </a:prstGeom>
          <a:noFill/>
          <a:ln w="9525">
            <a:noFill/>
            <a:miter lim="800000"/>
            <a:headEnd/>
            <a:tailEnd/>
          </a:ln>
        </p:spPr>
        <p:txBody>
          <a:bodyPr vert="horz" wrap="square" lIns="91424" tIns="45712" rIns="91424" bIns="45712" numCol="1" anchor="t" anchorCtr="0" compatLnSpc="1">
            <a:prstTxWarp prst="textNoShape">
              <a:avLst/>
            </a:prstTxWarp>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174" name="Text Box 6"/>
          <p:cNvSpPr txBox="1">
            <a:spLocks noChangeArrowheads="1"/>
          </p:cNvSpPr>
          <p:nvPr/>
        </p:nvSpPr>
        <p:spPr bwMode="black">
          <a:xfrm>
            <a:off x="1320801" y="52389"/>
            <a:ext cx="9912351" cy="307975"/>
          </a:xfrm>
          <a:prstGeom prst="rect">
            <a:avLst/>
          </a:prstGeom>
          <a:noFill/>
          <a:ln w="9525">
            <a:noFill/>
            <a:miter lim="800000"/>
            <a:headEnd/>
            <a:tailEnd/>
          </a:ln>
          <a:effectLst/>
        </p:spPr>
        <p:txBody>
          <a:bodyPr lIns="91424" tIns="45712" rIns="91424" bIns="45712">
            <a:spAutoFit/>
          </a:bodyPr>
          <a:lstStyle/>
          <a:p>
            <a:pPr eaLnBrk="0" hangingPunct="0">
              <a:defRPr/>
            </a:pPr>
            <a:r>
              <a:rPr lang="en-US" sz="1400" dirty="0" err="1">
                <a:solidFill>
                  <a:srgbClr val="FFFFFF"/>
                </a:solidFill>
                <a:ea typeface="MS PGothic" pitchFamily="34" charset="-128"/>
                <a:cs typeface="+mn-cs"/>
              </a:rPr>
              <a:t>Phát</a:t>
            </a:r>
            <a:r>
              <a:rPr lang="en-US" sz="1400" baseline="0" dirty="0">
                <a:solidFill>
                  <a:srgbClr val="FFFFFF"/>
                </a:solidFill>
                <a:ea typeface="MS PGothic" pitchFamily="34" charset="-128"/>
                <a:cs typeface="+mn-cs"/>
              </a:rPr>
              <a:t> </a:t>
            </a:r>
            <a:r>
              <a:rPr lang="en-US" sz="1400" baseline="0" dirty="0" err="1">
                <a:solidFill>
                  <a:srgbClr val="FFFFFF"/>
                </a:solidFill>
                <a:ea typeface="MS PGothic" pitchFamily="34" charset="-128"/>
                <a:cs typeface="+mn-cs"/>
              </a:rPr>
              <a:t>triển</a:t>
            </a:r>
            <a:r>
              <a:rPr lang="en-US" sz="1400" baseline="0" dirty="0">
                <a:solidFill>
                  <a:srgbClr val="FFFFFF"/>
                </a:solidFill>
                <a:ea typeface="MS PGothic" pitchFamily="34" charset="-128"/>
                <a:cs typeface="+mn-cs"/>
              </a:rPr>
              <a:t> </a:t>
            </a:r>
            <a:r>
              <a:rPr lang="en-US" sz="1400" baseline="0" dirty="0" err="1">
                <a:solidFill>
                  <a:srgbClr val="FFFFFF"/>
                </a:solidFill>
                <a:ea typeface="MS PGothic" pitchFamily="34" charset="-128"/>
                <a:cs typeface="+mn-cs"/>
              </a:rPr>
              <a:t>ứng</a:t>
            </a:r>
            <a:r>
              <a:rPr lang="en-US" sz="1400" baseline="0" dirty="0">
                <a:solidFill>
                  <a:srgbClr val="FFFFFF"/>
                </a:solidFill>
                <a:ea typeface="MS PGothic" pitchFamily="34" charset="-128"/>
                <a:cs typeface="+mn-cs"/>
              </a:rPr>
              <a:t> </a:t>
            </a:r>
            <a:r>
              <a:rPr lang="en-US" sz="1400" baseline="0" dirty="0" err="1">
                <a:solidFill>
                  <a:srgbClr val="FFFFFF"/>
                </a:solidFill>
                <a:ea typeface="MS PGothic" pitchFamily="34" charset="-128"/>
                <a:cs typeface="+mn-cs"/>
              </a:rPr>
              <a:t>dụng</a:t>
            </a:r>
            <a:r>
              <a:rPr lang="en-US" sz="1400" baseline="0" dirty="0">
                <a:solidFill>
                  <a:srgbClr val="FFFFFF"/>
                </a:solidFill>
                <a:ea typeface="MS PGothic" pitchFamily="34" charset="-128"/>
                <a:cs typeface="+mn-cs"/>
              </a:rPr>
              <a:t> Web 2</a:t>
            </a:r>
            <a:endParaRPr lang="en-US" sz="1400" dirty="0">
              <a:solidFill>
                <a:srgbClr val="FFFFFF"/>
              </a:solidFill>
              <a:ea typeface="MS PGothic" pitchFamily="34" charset="-128"/>
              <a:cs typeface="+mn-cs"/>
            </a:endParaRPr>
          </a:p>
        </p:txBody>
      </p:sp>
      <p:sp>
        <p:nvSpPr>
          <p:cNvPr id="7175" name="Rectangle 7"/>
          <p:cNvSpPr>
            <a:spLocks noChangeArrowheads="1"/>
          </p:cNvSpPr>
          <p:nvPr/>
        </p:nvSpPr>
        <p:spPr bwMode="black">
          <a:xfrm>
            <a:off x="4991101" y="6546851"/>
            <a:ext cx="3136900" cy="246063"/>
          </a:xfrm>
          <a:prstGeom prst="rect">
            <a:avLst/>
          </a:prstGeom>
          <a:noFill/>
          <a:ln w="9525">
            <a:noFill/>
            <a:miter lim="800000"/>
            <a:headEnd/>
            <a:tailEnd/>
          </a:ln>
          <a:effectLst/>
        </p:spPr>
        <p:txBody>
          <a:bodyPr lIns="91424" tIns="45712" rIns="91424" bIns="45712">
            <a:spAutoFit/>
          </a:bodyPr>
          <a:lstStyle/>
          <a:p>
            <a:pPr algn="ctr" eaLnBrk="0" hangingPunct="0">
              <a:defRPr/>
            </a:pPr>
            <a:r>
              <a:rPr lang="en-US" sz="1000" dirty="0" err="1">
                <a:solidFill>
                  <a:srgbClr val="FFFFFF"/>
                </a:solidFill>
                <a:ea typeface="MS PGothic" pitchFamily="34" charset="-128"/>
                <a:cs typeface="+mn-cs"/>
              </a:rPr>
              <a:t>Khoa</a:t>
            </a:r>
            <a:r>
              <a:rPr lang="en-US" sz="1000" dirty="0">
                <a:solidFill>
                  <a:srgbClr val="FFFFFF"/>
                </a:solidFill>
                <a:ea typeface="MS PGothic" pitchFamily="34" charset="-128"/>
                <a:cs typeface="+mn-cs"/>
              </a:rPr>
              <a:t> CNTT - HVNNVN</a:t>
            </a:r>
          </a:p>
        </p:txBody>
      </p:sp>
      <p:sp>
        <p:nvSpPr>
          <p:cNvPr id="7177" name="Rectangle 9"/>
          <p:cNvSpPr>
            <a:spLocks noGrp="1" noChangeArrowheads="1"/>
          </p:cNvSpPr>
          <p:nvPr>
            <p:ph type="sldNum" sz="quarter" idx="4"/>
          </p:nvPr>
        </p:nvSpPr>
        <p:spPr bwMode="black">
          <a:xfrm>
            <a:off x="205318" y="6500814"/>
            <a:ext cx="1341967" cy="320675"/>
          </a:xfrm>
          <a:prstGeom prst="rect">
            <a:avLst/>
          </a:prstGeom>
          <a:noFill/>
          <a:ln w="9525" algn="ctr">
            <a:noFill/>
            <a:miter lim="800000"/>
            <a:headEnd/>
            <a:tailEnd/>
          </a:ln>
          <a:effectLst/>
        </p:spPr>
        <p:txBody>
          <a:bodyPr vert="horz" wrap="square" lIns="91424" tIns="45712" rIns="91424" bIns="45712" numCol="1" anchor="t" anchorCtr="0" compatLnSpc="1">
            <a:prstTxWarp prst="textNoShape">
              <a:avLst/>
            </a:prstTxWarp>
          </a:bodyPr>
          <a:lstStyle>
            <a:lvl1pPr algn="l">
              <a:lnSpc>
                <a:spcPct val="100000"/>
              </a:lnSpc>
              <a:spcBef>
                <a:spcPct val="50000"/>
              </a:spcBef>
              <a:spcAft>
                <a:spcPct val="0"/>
              </a:spcAft>
              <a:buClrTx/>
              <a:buFontTx/>
              <a:buNone/>
              <a:defRPr sz="1000" b="1">
                <a:solidFill>
                  <a:srgbClr val="FFFFFF"/>
                </a:solidFill>
                <a:ea typeface="MS PGothic" pitchFamily="34" charset="-128"/>
                <a:cs typeface="+mn-cs"/>
              </a:defRPr>
            </a:lvl1pPr>
          </a:lstStyle>
          <a:p>
            <a:fld id="{FD4BB625-6399-40EF-8D3C-B968FF32E6CB}" type="slidenum">
              <a:rPr lang="en-US" smtClean="0"/>
              <a:t>‹#›</a:t>
            </a:fld>
            <a:endParaRPr lang="en-US"/>
          </a:p>
        </p:txBody>
      </p:sp>
      <p:sp>
        <p:nvSpPr>
          <p:cNvPr id="7178" name="Rectangle 10"/>
          <p:cNvSpPr>
            <a:spLocks noGrp="1" noChangeArrowheads="1"/>
          </p:cNvSpPr>
          <p:nvPr>
            <p:ph type="ftr" sz="quarter" idx="3"/>
          </p:nvPr>
        </p:nvSpPr>
        <p:spPr bwMode="auto">
          <a:xfrm>
            <a:off x="1725085" y="6510338"/>
            <a:ext cx="2542116" cy="304800"/>
          </a:xfrm>
          <a:prstGeom prst="rect">
            <a:avLst/>
          </a:prstGeom>
          <a:noFill/>
          <a:ln w="9525">
            <a:noFill/>
            <a:miter lim="800000"/>
            <a:headEnd/>
            <a:tailEnd/>
          </a:ln>
          <a:effectLst/>
        </p:spPr>
        <p:txBody>
          <a:bodyPr vert="horz" wrap="square" lIns="91424" tIns="45712" rIns="91424" bIns="45712" numCol="1" anchor="t" anchorCtr="0" compatLnSpc="1">
            <a:prstTxWarp prst="textNoShape">
              <a:avLst/>
            </a:prstTxWarp>
          </a:bodyPr>
          <a:lstStyle>
            <a:lvl1pPr algn="l">
              <a:lnSpc>
                <a:spcPct val="100000"/>
              </a:lnSpc>
              <a:spcBef>
                <a:spcPct val="0"/>
              </a:spcBef>
              <a:spcAft>
                <a:spcPct val="0"/>
              </a:spcAft>
              <a:buClrTx/>
              <a:buFontTx/>
              <a:buNone/>
              <a:defRPr sz="1000">
                <a:solidFill>
                  <a:srgbClr val="FFFFFF"/>
                </a:solidFill>
                <a:ea typeface="MS PGothic" pitchFamily="34" charset="-128"/>
                <a:cs typeface="+mn-cs"/>
              </a:defRPr>
            </a:lvl1pPr>
          </a:lstStyle>
          <a:p>
            <a:endParaRPr lang="en-US"/>
          </a:p>
        </p:txBody>
      </p:sp>
      <p:sp>
        <p:nvSpPr>
          <p:cNvPr id="7179" name="Line 11"/>
          <p:cNvSpPr>
            <a:spLocks noChangeShapeType="1"/>
          </p:cNvSpPr>
          <p:nvPr/>
        </p:nvSpPr>
        <p:spPr bwMode="black">
          <a:xfrm>
            <a:off x="1320800" y="147638"/>
            <a:ext cx="0" cy="234950"/>
          </a:xfrm>
          <a:prstGeom prst="line">
            <a:avLst/>
          </a:prstGeom>
          <a:noFill/>
          <a:ln w="9525">
            <a:solidFill>
              <a:srgbClr val="FFFFFF"/>
            </a:solidFill>
            <a:round/>
            <a:headEnd/>
            <a:tailEnd/>
          </a:ln>
          <a:effectLst/>
        </p:spPr>
        <p:txBody>
          <a:bodyPr wrap="none" anchor="ctr"/>
          <a:lstStyle/>
          <a:p>
            <a:pPr algn="ctr">
              <a:lnSpc>
                <a:spcPct val="80000"/>
              </a:lnSpc>
              <a:spcBef>
                <a:spcPct val="25000"/>
              </a:spcBef>
              <a:spcAft>
                <a:spcPct val="15000"/>
              </a:spcAft>
              <a:buClr>
                <a:srgbClr val="6CA6B8"/>
              </a:buClr>
              <a:buFont typeface="Arial" charset="0"/>
              <a:buChar char="–"/>
              <a:defRPr/>
            </a:pPr>
            <a:endParaRPr lang="en-US" sz="1800">
              <a:ea typeface="MS PGothic" pitchFamily="34" charset="-128"/>
              <a:cs typeface="+mn-cs"/>
            </a:endParaRPr>
          </a:p>
        </p:txBody>
      </p:sp>
      <p:sp>
        <p:nvSpPr>
          <p:cNvPr id="7180" name="Line 12"/>
          <p:cNvSpPr>
            <a:spLocks noChangeShapeType="1"/>
          </p:cNvSpPr>
          <p:nvPr/>
        </p:nvSpPr>
        <p:spPr bwMode="black">
          <a:xfrm>
            <a:off x="1320800" y="6470650"/>
            <a:ext cx="0" cy="192088"/>
          </a:xfrm>
          <a:prstGeom prst="line">
            <a:avLst/>
          </a:prstGeom>
          <a:noFill/>
          <a:ln w="9525">
            <a:solidFill>
              <a:srgbClr val="FFFFFF"/>
            </a:solidFill>
            <a:round/>
            <a:headEnd/>
            <a:tailEnd/>
          </a:ln>
          <a:effectLst/>
        </p:spPr>
        <p:txBody>
          <a:bodyPr wrap="none" anchor="ctr"/>
          <a:lstStyle/>
          <a:p>
            <a:pPr algn="ctr">
              <a:lnSpc>
                <a:spcPct val="80000"/>
              </a:lnSpc>
              <a:spcBef>
                <a:spcPct val="25000"/>
              </a:spcBef>
              <a:spcAft>
                <a:spcPct val="15000"/>
              </a:spcAft>
              <a:buClr>
                <a:srgbClr val="6CA6B8"/>
              </a:buClr>
              <a:buFont typeface="Arial" charset="0"/>
              <a:buChar char="–"/>
              <a:defRPr/>
            </a:pPr>
            <a:endParaRPr lang="en-US" sz="1800">
              <a:ea typeface="MS PGothic" pitchFamily="34" charset="-128"/>
              <a:cs typeface="+mn-cs"/>
            </a:endParaRPr>
          </a:p>
        </p:txBody>
      </p:sp>
    </p:spTree>
    <p:extLst>
      <p:ext uri="{BB962C8B-B14F-4D97-AF65-F5344CB8AC3E}">
        <p14:creationId xmlns:p14="http://schemas.microsoft.com/office/powerpoint/2010/main" val="125363245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rtl="0" eaLnBrk="1" fontAlgn="base" hangingPunct="1">
        <a:lnSpc>
          <a:spcPct val="90000"/>
        </a:lnSpc>
        <a:spcBef>
          <a:spcPct val="0"/>
        </a:spcBef>
        <a:spcAft>
          <a:spcPct val="0"/>
        </a:spcAft>
        <a:defRPr sz="2800">
          <a:solidFill>
            <a:srgbClr val="6CA6B8"/>
          </a:solidFill>
          <a:latin typeface="+mj-lt"/>
          <a:ea typeface="+mj-ea"/>
          <a:cs typeface="+mj-cs"/>
        </a:defRPr>
      </a:lvl1pPr>
      <a:lvl2pPr algn="l" rtl="0" eaLnBrk="1" fontAlgn="base" hangingPunct="1">
        <a:lnSpc>
          <a:spcPct val="90000"/>
        </a:lnSpc>
        <a:spcBef>
          <a:spcPct val="0"/>
        </a:spcBef>
        <a:spcAft>
          <a:spcPct val="0"/>
        </a:spcAft>
        <a:defRPr sz="2800">
          <a:solidFill>
            <a:srgbClr val="6CA6B8"/>
          </a:solidFill>
          <a:latin typeface="Arial" charset="0"/>
          <a:cs typeface="Arial" charset="0"/>
        </a:defRPr>
      </a:lvl2pPr>
      <a:lvl3pPr algn="l" rtl="0" eaLnBrk="1" fontAlgn="base" hangingPunct="1">
        <a:lnSpc>
          <a:spcPct val="90000"/>
        </a:lnSpc>
        <a:spcBef>
          <a:spcPct val="0"/>
        </a:spcBef>
        <a:spcAft>
          <a:spcPct val="0"/>
        </a:spcAft>
        <a:defRPr sz="2800">
          <a:solidFill>
            <a:srgbClr val="6CA6B8"/>
          </a:solidFill>
          <a:latin typeface="Arial" charset="0"/>
          <a:cs typeface="Arial" charset="0"/>
        </a:defRPr>
      </a:lvl3pPr>
      <a:lvl4pPr algn="l" rtl="0" eaLnBrk="1" fontAlgn="base" hangingPunct="1">
        <a:lnSpc>
          <a:spcPct val="90000"/>
        </a:lnSpc>
        <a:spcBef>
          <a:spcPct val="0"/>
        </a:spcBef>
        <a:spcAft>
          <a:spcPct val="0"/>
        </a:spcAft>
        <a:defRPr sz="2800">
          <a:solidFill>
            <a:srgbClr val="6CA6B8"/>
          </a:solidFill>
          <a:latin typeface="Arial" charset="0"/>
          <a:cs typeface="Arial" charset="0"/>
        </a:defRPr>
      </a:lvl4pPr>
      <a:lvl5pPr algn="l" rtl="0" eaLnBrk="1" fontAlgn="base" hangingPunct="1">
        <a:lnSpc>
          <a:spcPct val="90000"/>
        </a:lnSpc>
        <a:spcBef>
          <a:spcPct val="0"/>
        </a:spcBef>
        <a:spcAft>
          <a:spcPct val="0"/>
        </a:spcAft>
        <a:defRPr sz="2800">
          <a:solidFill>
            <a:srgbClr val="6CA6B8"/>
          </a:solidFill>
          <a:latin typeface="Arial" charset="0"/>
          <a:cs typeface="Arial" charset="0"/>
        </a:defRPr>
      </a:lvl5pPr>
      <a:lvl6pPr marL="457200" algn="l" rtl="0" eaLnBrk="1" fontAlgn="base" hangingPunct="1">
        <a:lnSpc>
          <a:spcPct val="90000"/>
        </a:lnSpc>
        <a:spcBef>
          <a:spcPct val="0"/>
        </a:spcBef>
        <a:spcAft>
          <a:spcPct val="0"/>
        </a:spcAft>
        <a:defRPr sz="2800">
          <a:solidFill>
            <a:srgbClr val="6CA6B8"/>
          </a:solidFill>
          <a:latin typeface="Arial" charset="0"/>
          <a:cs typeface="Arial" charset="0"/>
        </a:defRPr>
      </a:lvl6pPr>
      <a:lvl7pPr marL="914400" algn="l" rtl="0" eaLnBrk="1" fontAlgn="base" hangingPunct="1">
        <a:lnSpc>
          <a:spcPct val="90000"/>
        </a:lnSpc>
        <a:spcBef>
          <a:spcPct val="0"/>
        </a:spcBef>
        <a:spcAft>
          <a:spcPct val="0"/>
        </a:spcAft>
        <a:defRPr sz="2800">
          <a:solidFill>
            <a:srgbClr val="6CA6B8"/>
          </a:solidFill>
          <a:latin typeface="Arial" charset="0"/>
          <a:cs typeface="Arial" charset="0"/>
        </a:defRPr>
      </a:lvl7pPr>
      <a:lvl8pPr marL="1371600" algn="l" rtl="0" eaLnBrk="1" fontAlgn="base" hangingPunct="1">
        <a:lnSpc>
          <a:spcPct val="90000"/>
        </a:lnSpc>
        <a:spcBef>
          <a:spcPct val="0"/>
        </a:spcBef>
        <a:spcAft>
          <a:spcPct val="0"/>
        </a:spcAft>
        <a:defRPr sz="2800">
          <a:solidFill>
            <a:srgbClr val="6CA6B8"/>
          </a:solidFill>
          <a:latin typeface="Arial" charset="0"/>
          <a:cs typeface="Arial" charset="0"/>
        </a:defRPr>
      </a:lvl8pPr>
      <a:lvl9pPr marL="1828800" algn="l" rtl="0" eaLnBrk="1" fontAlgn="base" hangingPunct="1">
        <a:lnSpc>
          <a:spcPct val="90000"/>
        </a:lnSpc>
        <a:spcBef>
          <a:spcPct val="0"/>
        </a:spcBef>
        <a:spcAft>
          <a:spcPct val="0"/>
        </a:spcAft>
        <a:defRPr sz="2800">
          <a:solidFill>
            <a:srgbClr val="6CA6B8"/>
          </a:solidFill>
          <a:latin typeface="Arial" charset="0"/>
          <a:cs typeface="Arial" charset="0"/>
        </a:defRPr>
      </a:lvl9pPr>
    </p:titleStyle>
    <p:bodyStyle>
      <a:lvl1pPr marL="228600" indent="-228600" algn="l" rtl="0" eaLnBrk="1" fontAlgn="base" hangingPunct="1">
        <a:spcBef>
          <a:spcPct val="35000"/>
        </a:spcBef>
        <a:spcAft>
          <a:spcPct val="15000"/>
        </a:spcAft>
        <a:buClr>
          <a:srgbClr val="6CA6B8"/>
        </a:buClr>
        <a:buFont typeface="Wingdings" pitchFamily="2" charset="2"/>
        <a:buChar char="§"/>
        <a:defRPr sz="2400">
          <a:solidFill>
            <a:schemeClr val="tx1"/>
          </a:solidFill>
          <a:latin typeface="+mn-lt"/>
          <a:ea typeface="+mn-ea"/>
          <a:cs typeface="+mn-cs"/>
        </a:defRPr>
      </a:lvl1pPr>
      <a:lvl2pPr marL="457200" indent="-227013" algn="l" rtl="0" eaLnBrk="1" fontAlgn="base" hangingPunct="1">
        <a:spcBef>
          <a:spcPct val="25000"/>
        </a:spcBef>
        <a:spcAft>
          <a:spcPct val="15000"/>
        </a:spcAft>
        <a:buClr>
          <a:srgbClr val="6CA6B8"/>
        </a:buClr>
        <a:buFont typeface="Arial" charset="0"/>
        <a:buChar char="–"/>
        <a:defRPr sz="2200">
          <a:solidFill>
            <a:schemeClr val="tx1"/>
          </a:solidFill>
          <a:latin typeface="+mn-lt"/>
          <a:cs typeface="+mn-cs"/>
        </a:defRPr>
      </a:lvl2pPr>
      <a:lvl3pPr marL="682625" indent="-223838" algn="l" rtl="0" eaLnBrk="1" fontAlgn="base" hangingPunct="1">
        <a:spcBef>
          <a:spcPct val="20000"/>
        </a:spcBef>
        <a:spcAft>
          <a:spcPct val="0"/>
        </a:spcAft>
        <a:buClr>
          <a:srgbClr val="6CA6B8"/>
        </a:buClr>
        <a:buChar char="•"/>
        <a:defRPr sz="2000">
          <a:solidFill>
            <a:schemeClr val="tx1"/>
          </a:solidFill>
          <a:latin typeface="+mn-lt"/>
          <a:cs typeface="+mn-cs"/>
        </a:defRPr>
      </a:lvl3pPr>
      <a:lvl4pPr marL="912813" indent="-228600" algn="l" rtl="0" eaLnBrk="1" fontAlgn="base" hangingPunct="1">
        <a:spcBef>
          <a:spcPct val="20000"/>
        </a:spcBef>
        <a:spcAft>
          <a:spcPct val="0"/>
        </a:spcAft>
        <a:buClr>
          <a:srgbClr val="6CA6B8"/>
        </a:buClr>
        <a:buFont typeface="Arial" charset="0"/>
        <a:buChar char="–"/>
        <a:defRPr sz="2000">
          <a:solidFill>
            <a:schemeClr val="tx1"/>
          </a:solidFill>
          <a:latin typeface="+mn-lt"/>
          <a:cs typeface="+mn-cs"/>
        </a:defRPr>
      </a:lvl4pPr>
      <a:lvl5pPr marL="1143000" indent="-228600" algn="l" rtl="0" eaLnBrk="1" fontAlgn="base" hangingPunct="1">
        <a:spcBef>
          <a:spcPct val="20000"/>
        </a:spcBef>
        <a:spcAft>
          <a:spcPct val="0"/>
        </a:spcAft>
        <a:buClr>
          <a:srgbClr val="6CA6B8"/>
        </a:buClr>
        <a:buFont typeface="Arial" charset="0"/>
        <a:buChar char="&gt;"/>
        <a:defRPr sz="2000">
          <a:solidFill>
            <a:schemeClr val="tx1"/>
          </a:solidFill>
          <a:latin typeface="+mn-lt"/>
          <a:cs typeface="+mn-cs"/>
        </a:defRPr>
      </a:lvl5pPr>
      <a:lvl6pPr marL="1600200" indent="-228600" algn="l" rtl="0" eaLnBrk="1" fontAlgn="base" hangingPunct="1">
        <a:spcBef>
          <a:spcPct val="20000"/>
        </a:spcBef>
        <a:spcAft>
          <a:spcPct val="0"/>
        </a:spcAft>
        <a:buClr>
          <a:srgbClr val="6CA6B8"/>
        </a:buClr>
        <a:buFont typeface="Arial" charset="0"/>
        <a:buChar char="&gt;"/>
        <a:defRPr>
          <a:solidFill>
            <a:schemeClr val="tx1"/>
          </a:solidFill>
          <a:latin typeface="+mn-lt"/>
          <a:cs typeface="+mn-cs"/>
        </a:defRPr>
      </a:lvl6pPr>
      <a:lvl7pPr marL="2057400" indent="-228600" algn="l" rtl="0" eaLnBrk="1" fontAlgn="base" hangingPunct="1">
        <a:spcBef>
          <a:spcPct val="20000"/>
        </a:spcBef>
        <a:spcAft>
          <a:spcPct val="0"/>
        </a:spcAft>
        <a:buClr>
          <a:srgbClr val="6CA6B8"/>
        </a:buClr>
        <a:buFont typeface="Arial" charset="0"/>
        <a:buChar char="&gt;"/>
        <a:defRPr>
          <a:solidFill>
            <a:schemeClr val="tx1"/>
          </a:solidFill>
          <a:latin typeface="+mn-lt"/>
          <a:cs typeface="+mn-cs"/>
        </a:defRPr>
      </a:lvl7pPr>
      <a:lvl8pPr marL="2514600" indent="-228600" algn="l" rtl="0" eaLnBrk="1" fontAlgn="base" hangingPunct="1">
        <a:spcBef>
          <a:spcPct val="20000"/>
        </a:spcBef>
        <a:spcAft>
          <a:spcPct val="0"/>
        </a:spcAft>
        <a:buClr>
          <a:srgbClr val="6CA6B8"/>
        </a:buClr>
        <a:buFont typeface="Arial" charset="0"/>
        <a:buChar char="&gt;"/>
        <a:defRPr>
          <a:solidFill>
            <a:schemeClr val="tx1"/>
          </a:solidFill>
          <a:latin typeface="+mn-lt"/>
          <a:cs typeface="+mn-cs"/>
        </a:defRPr>
      </a:lvl8pPr>
      <a:lvl9pPr marL="2971800" indent="-228600" algn="l" rtl="0" eaLnBrk="1" fontAlgn="base" hangingPunct="1">
        <a:spcBef>
          <a:spcPct val="20000"/>
        </a:spcBef>
        <a:spcAft>
          <a:spcPct val="0"/>
        </a:spcAft>
        <a:buClr>
          <a:srgbClr val="6CA6B8"/>
        </a:buClr>
        <a:buFont typeface="Arial" charset="0"/>
        <a:buChar char="&gt;"/>
        <a:defRPr>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err="1"/>
              <a:t>Chương</a:t>
            </a:r>
            <a:r>
              <a:rPr lang="en-US" dirty="0"/>
              <a:t> 5: Ajax</a:t>
            </a:r>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169800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Nội</a:t>
            </a:r>
            <a:r>
              <a:rPr lang="en-US" dirty="0"/>
              <a:t> dung</a:t>
            </a:r>
          </a:p>
        </p:txBody>
      </p:sp>
      <p:sp>
        <p:nvSpPr>
          <p:cNvPr id="3" name="Content Placeholder 2"/>
          <p:cNvSpPr>
            <a:spLocks noGrp="1"/>
          </p:cNvSpPr>
          <p:nvPr>
            <p:ph idx="1"/>
          </p:nvPr>
        </p:nvSpPr>
        <p:spPr/>
        <p:txBody>
          <a:bodyPr/>
          <a:lstStyle/>
          <a:p>
            <a:r>
              <a:rPr lang="en-US" dirty="0" err="1"/>
              <a:t>Giới</a:t>
            </a:r>
            <a:r>
              <a:rPr lang="en-US" dirty="0"/>
              <a:t> </a:t>
            </a:r>
            <a:r>
              <a:rPr lang="en-US" dirty="0" err="1"/>
              <a:t>thiệu</a:t>
            </a:r>
            <a:r>
              <a:rPr lang="en-US" dirty="0"/>
              <a:t> </a:t>
            </a:r>
            <a:r>
              <a:rPr lang="en-US" dirty="0" err="1"/>
              <a:t>về</a:t>
            </a:r>
            <a:r>
              <a:rPr lang="en-US" dirty="0"/>
              <a:t> Ajax</a:t>
            </a:r>
          </a:p>
          <a:p>
            <a:r>
              <a:rPr lang="en-US" dirty="0" err="1"/>
              <a:t>Cách</a:t>
            </a:r>
            <a:r>
              <a:rPr lang="en-US" dirty="0"/>
              <a:t> </a:t>
            </a:r>
            <a:r>
              <a:rPr lang="en-US" dirty="0" err="1"/>
              <a:t>thức</a:t>
            </a:r>
            <a:r>
              <a:rPr lang="en-US" dirty="0"/>
              <a:t> </a:t>
            </a:r>
            <a:r>
              <a:rPr lang="en-US" dirty="0" err="1"/>
              <a:t>làm</a:t>
            </a:r>
            <a:r>
              <a:rPr lang="en-US" dirty="0"/>
              <a:t> </a:t>
            </a:r>
            <a:r>
              <a:rPr lang="en-US" dirty="0" err="1"/>
              <a:t>việc</a:t>
            </a:r>
            <a:r>
              <a:rPr lang="en-US" dirty="0"/>
              <a:t> </a:t>
            </a:r>
            <a:r>
              <a:rPr lang="en-US" dirty="0" err="1"/>
              <a:t>của</a:t>
            </a:r>
            <a:r>
              <a:rPr lang="en-US" dirty="0"/>
              <a:t> Ajax</a:t>
            </a:r>
          </a:p>
          <a:p>
            <a:r>
              <a:rPr lang="en-US" dirty="0" err="1"/>
              <a:t>Sử</a:t>
            </a:r>
            <a:r>
              <a:rPr lang="en-US" dirty="0"/>
              <a:t> </a:t>
            </a:r>
            <a:r>
              <a:rPr lang="en-US" dirty="0" err="1"/>
              <a:t>dụng</a:t>
            </a:r>
            <a:r>
              <a:rPr lang="en-US" dirty="0"/>
              <a:t> Ajax</a:t>
            </a:r>
          </a:p>
          <a:p>
            <a:endParaRPr lang="en-US" dirty="0"/>
          </a:p>
        </p:txBody>
      </p:sp>
      <p:sp>
        <p:nvSpPr>
          <p:cNvPr id="4" name="Slide Number Placeholder 3"/>
          <p:cNvSpPr>
            <a:spLocks noGrp="1"/>
          </p:cNvSpPr>
          <p:nvPr>
            <p:ph type="sldNum" sz="quarter" idx="10"/>
          </p:nvPr>
        </p:nvSpPr>
        <p:spPr/>
        <p:txBody>
          <a:bodyPr/>
          <a:lstStyle/>
          <a:p>
            <a:fld id="{FD4BB625-6399-40EF-8D3C-B968FF32E6CB}" type="slidenum">
              <a:rPr lang="en-US" smtClean="0"/>
              <a:t>2</a:t>
            </a:fld>
            <a:endParaRPr lang="en-US"/>
          </a:p>
        </p:txBody>
      </p:sp>
    </p:spTree>
    <p:extLst>
      <p:ext uri="{BB962C8B-B14F-4D97-AF65-F5344CB8AC3E}">
        <p14:creationId xmlns:p14="http://schemas.microsoft.com/office/powerpoint/2010/main" val="4802025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 </a:t>
            </a:r>
            <a:r>
              <a:rPr lang="en-US" dirty="0" err="1"/>
              <a:t>Giới</a:t>
            </a:r>
            <a:r>
              <a:rPr lang="en-US" dirty="0"/>
              <a:t> </a:t>
            </a:r>
            <a:r>
              <a:rPr lang="en-US" dirty="0" err="1"/>
              <a:t>thiệu</a:t>
            </a:r>
            <a:r>
              <a:rPr lang="en-US" dirty="0"/>
              <a:t> </a:t>
            </a:r>
            <a:r>
              <a:rPr lang="en-US" dirty="0" err="1"/>
              <a:t>về</a:t>
            </a:r>
            <a:r>
              <a:rPr lang="en-US" dirty="0"/>
              <a:t> Ajax</a:t>
            </a:r>
          </a:p>
        </p:txBody>
      </p:sp>
      <p:sp>
        <p:nvSpPr>
          <p:cNvPr id="3" name="Content Placeholder 2"/>
          <p:cNvSpPr>
            <a:spLocks noGrp="1"/>
          </p:cNvSpPr>
          <p:nvPr>
            <p:ph idx="1"/>
          </p:nvPr>
        </p:nvSpPr>
        <p:spPr>
          <a:xfrm>
            <a:off x="901337" y="1489031"/>
            <a:ext cx="10419685" cy="4585198"/>
          </a:xfrm>
        </p:spPr>
        <p:txBody>
          <a:bodyPr/>
          <a:lstStyle/>
          <a:p>
            <a:r>
              <a:rPr lang="vi-VN" dirty="0"/>
              <a:t>Thông thường người dùng muốn thay đổi thông tin từ trang Web bằng cách nhấp vào các nút lệnh(button) hay các liên kết (link) để submit yêu cầu về Web Server để thay đổi nội dung trang Web (postback)</a:t>
            </a:r>
            <a:endParaRPr lang="en-US" dirty="0"/>
          </a:p>
          <a:p>
            <a:r>
              <a:rPr lang="vi-VN" dirty="0"/>
              <a:t>Như vậy toàn bộ trang Web phải được xử lý lại do đó tốn khá nhiều thời gian và gia tăng sự phản hồi các trang Web,.. </a:t>
            </a:r>
            <a:endParaRPr lang="en-US" dirty="0"/>
          </a:p>
          <a:p>
            <a:r>
              <a:rPr lang="vi-VN" dirty="0"/>
              <a:t>Công nghệ Ajax ( Asynchronous JavaScript and XML) cho phép chỉ các thông tin nào cần thay đổi được gửi về Sever xử lý, sau đó Server sẽ xử lý và trả kết quả về cho Client</a:t>
            </a:r>
            <a:endParaRPr lang="en-US" dirty="0"/>
          </a:p>
        </p:txBody>
      </p:sp>
      <p:sp>
        <p:nvSpPr>
          <p:cNvPr id="4" name="Slide Number Placeholder 3"/>
          <p:cNvSpPr>
            <a:spLocks noGrp="1"/>
          </p:cNvSpPr>
          <p:nvPr>
            <p:ph type="sldNum" sz="quarter" idx="10"/>
          </p:nvPr>
        </p:nvSpPr>
        <p:spPr/>
        <p:txBody>
          <a:bodyPr/>
          <a:lstStyle/>
          <a:p>
            <a:fld id="{FD4BB625-6399-40EF-8D3C-B968FF32E6CB}" type="slidenum">
              <a:rPr lang="en-US" smtClean="0"/>
              <a:t>3</a:t>
            </a:fld>
            <a:endParaRPr lang="en-US"/>
          </a:p>
        </p:txBody>
      </p:sp>
    </p:spTree>
    <p:extLst>
      <p:ext uri="{BB962C8B-B14F-4D97-AF65-F5344CB8AC3E}">
        <p14:creationId xmlns:p14="http://schemas.microsoft.com/office/powerpoint/2010/main" val="8044022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8381" y="544968"/>
            <a:ext cx="10993967" cy="498475"/>
          </a:xfrm>
        </p:spPr>
        <p:txBody>
          <a:bodyPr/>
          <a:lstStyle/>
          <a:p>
            <a:r>
              <a:rPr lang="en-US" dirty="0"/>
              <a:t>1. </a:t>
            </a:r>
            <a:r>
              <a:rPr lang="en-US" dirty="0" err="1"/>
              <a:t>Giới</a:t>
            </a:r>
            <a:r>
              <a:rPr lang="en-US" dirty="0"/>
              <a:t> </a:t>
            </a:r>
            <a:r>
              <a:rPr lang="en-US" dirty="0" err="1"/>
              <a:t>thiệu</a:t>
            </a:r>
            <a:r>
              <a:rPr lang="en-US" dirty="0"/>
              <a:t> </a:t>
            </a:r>
            <a:r>
              <a:rPr lang="en-US" dirty="0" err="1"/>
              <a:t>về</a:t>
            </a:r>
            <a:r>
              <a:rPr lang="en-US" dirty="0"/>
              <a:t> Ajax</a:t>
            </a:r>
          </a:p>
        </p:txBody>
      </p:sp>
      <p:sp>
        <p:nvSpPr>
          <p:cNvPr id="3" name="Content Placeholder 2"/>
          <p:cNvSpPr>
            <a:spLocks noGrp="1"/>
          </p:cNvSpPr>
          <p:nvPr>
            <p:ph idx="1"/>
          </p:nvPr>
        </p:nvSpPr>
        <p:spPr>
          <a:xfrm>
            <a:off x="888274" y="1043443"/>
            <a:ext cx="10419685" cy="4937895"/>
          </a:xfrm>
        </p:spPr>
        <p:txBody>
          <a:bodyPr/>
          <a:lstStyle/>
          <a:p>
            <a:r>
              <a:rPr lang="vi-VN" dirty="0"/>
              <a:t>AJAX bắt đầu phổ biến từ năm 2005 bởi Google (với một ứng dụng Google Suggest, Google Maps, Gmail) . </a:t>
            </a:r>
            <a:endParaRPr lang="en-US" dirty="0"/>
          </a:p>
          <a:p>
            <a:r>
              <a:rPr lang="vi-VN" dirty="0"/>
              <a:t>AJAX không phải là ngôn ngữ lập trình mới, mà nó là một công nghệ mới để tạo ra một ứng dụng web nhỏ hơn, nhanh hơn, tốt hơn và giao diện thân thiện với người dùng hơn. </a:t>
            </a:r>
            <a:endParaRPr lang="en-US" dirty="0"/>
          </a:p>
          <a:p>
            <a:r>
              <a:rPr lang="vi-VN" dirty="0"/>
              <a:t>Ajax dựa trên các thành phần HTML trước đây : </a:t>
            </a:r>
            <a:endParaRPr lang="en-US" dirty="0"/>
          </a:p>
          <a:p>
            <a:pPr lvl="1"/>
            <a:r>
              <a:rPr lang="vi-VN" dirty="0"/>
              <a:t>HTML </a:t>
            </a:r>
            <a:endParaRPr lang="en-US" dirty="0"/>
          </a:p>
          <a:p>
            <a:pPr lvl="1"/>
            <a:r>
              <a:rPr lang="vi-VN" dirty="0"/>
              <a:t>CSS </a:t>
            </a:r>
            <a:endParaRPr lang="en-US" dirty="0"/>
          </a:p>
          <a:p>
            <a:pPr lvl="1"/>
            <a:r>
              <a:rPr lang="vi-VN" dirty="0"/>
              <a:t>JavaScript (chủ chốt) </a:t>
            </a:r>
            <a:endParaRPr lang="en-US" dirty="0"/>
          </a:p>
          <a:p>
            <a:pPr lvl="1"/>
            <a:r>
              <a:rPr lang="vi-VN" dirty="0"/>
              <a:t>XML </a:t>
            </a:r>
            <a:endParaRPr lang="en-US" dirty="0"/>
          </a:p>
          <a:p>
            <a:r>
              <a:rPr lang="vi-VN" dirty="0"/>
              <a:t>AJAX là một công nghệ được hổ trợ bởi trình duyệt (browser) và nó độc lập với các ứng dụng Web server. </a:t>
            </a:r>
            <a:endParaRPr lang="en-US" dirty="0"/>
          </a:p>
        </p:txBody>
      </p:sp>
      <p:sp>
        <p:nvSpPr>
          <p:cNvPr id="4" name="Slide Number Placeholder 3"/>
          <p:cNvSpPr>
            <a:spLocks noGrp="1"/>
          </p:cNvSpPr>
          <p:nvPr>
            <p:ph type="sldNum" sz="quarter" idx="10"/>
          </p:nvPr>
        </p:nvSpPr>
        <p:spPr/>
        <p:txBody>
          <a:bodyPr/>
          <a:lstStyle/>
          <a:p>
            <a:fld id="{FD4BB625-6399-40EF-8D3C-B968FF32E6CB}" type="slidenum">
              <a:rPr lang="en-US" smtClean="0"/>
              <a:t>4</a:t>
            </a:fld>
            <a:endParaRPr lang="en-US"/>
          </a:p>
        </p:txBody>
      </p:sp>
    </p:spTree>
    <p:extLst>
      <p:ext uri="{BB962C8B-B14F-4D97-AF65-F5344CB8AC3E}">
        <p14:creationId xmlns:p14="http://schemas.microsoft.com/office/powerpoint/2010/main" val="32156824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8381" y="544968"/>
            <a:ext cx="10993967" cy="498475"/>
          </a:xfrm>
        </p:spPr>
        <p:txBody>
          <a:bodyPr/>
          <a:lstStyle/>
          <a:p>
            <a:r>
              <a:rPr lang="en-US" dirty="0"/>
              <a:t>1. </a:t>
            </a:r>
            <a:r>
              <a:rPr lang="en-US" dirty="0" err="1"/>
              <a:t>Giới</a:t>
            </a:r>
            <a:r>
              <a:rPr lang="en-US" dirty="0"/>
              <a:t> </a:t>
            </a:r>
            <a:r>
              <a:rPr lang="en-US" dirty="0" err="1"/>
              <a:t>thiệu</a:t>
            </a:r>
            <a:r>
              <a:rPr lang="en-US" dirty="0"/>
              <a:t> </a:t>
            </a:r>
            <a:r>
              <a:rPr lang="en-US" dirty="0" err="1"/>
              <a:t>về</a:t>
            </a:r>
            <a:r>
              <a:rPr lang="en-US" dirty="0"/>
              <a:t> Ajax</a:t>
            </a:r>
          </a:p>
        </p:txBody>
      </p:sp>
      <p:sp>
        <p:nvSpPr>
          <p:cNvPr id="3" name="Content Placeholder 2"/>
          <p:cNvSpPr>
            <a:spLocks noGrp="1"/>
          </p:cNvSpPr>
          <p:nvPr>
            <p:ph idx="1"/>
          </p:nvPr>
        </p:nvSpPr>
        <p:spPr>
          <a:xfrm>
            <a:off x="888274" y="1043443"/>
            <a:ext cx="10419685" cy="4937895"/>
          </a:xfrm>
        </p:spPr>
        <p:txBody>
          <a:bodyPr/>
          <a:lstStyle/>
          <a:p>
            <a:r>
              <a:rPr lang="vi-VN" dirty="0"/>
              <a:t>Với Ajax, </a:t>
            </a:r>
            <a:r>
              <a:rPr lang="en-US" dirty="0"/>
              <a:t>ta </a:t>
            </a:r>
            <a:r>
              <a:rPr lang="en-US" dirty="0" err="1"/>
              <a:t>có</a:t>
            </a:r>
            <a:r>
              <a:rPr lang="en-US" dirty="0"/>
              <a:t> </a:t>
            </a:r>
            <a:r>
              <a:rPr lang="en-US" dirty="0" err="1"/>
              <a:t>thể</a:t>
            </a:r>
            <a:r>
              <a:rPr lang="en-US" dirty="0"/>
              <a:t> </a:t>
            </a:r>
            <a:r>
              <a:rPr lang="vi-VN" dirty="0"/>
              <a:t>sử dụng đối tượng XMLHttpRequest của Javascript</a:t>
            </a:r>
            <a:r>
              <a:rPr lang="en-US" dirty="0"/>
              <a:t> </a:t>
            </a:r>
            <a:r>
              <a:rPr lang="en-US" dirty="0" err="1"/>
              <a:t>để</a:t>
            </a:r>
            <a:r>
              <a:rPr lang="en-US" dirty="0"/>
              <a:t> </a:t>
            </a:r>
            <a:r>
              <a:rPr lang="vi-VN" dirty="0"/>
              <a:t>trao đổi dữ trực tiếp Web server mà không cần đệ trình (submit) toàn bộ dữ liệu đến, do đó trang web </a:t>
            </a:r>
            <a:r>
              <a:rPr lang="en-US" dirty="0" err="1"/>
              <a:t>sẽ</a:t>
            </a:r>
            <a:r>
              <a:rPr lang="en-US" dirty="0"/>
              <a:t> </a:t>
            </a:r>
            <a:r>
              <a:rPr lang="vi-VN" dirty="0"/>
              <a:t>không reload lại . </a:t>
            </a:r>
            <a:endParaRPr lang="en-US" dirty="0"/>
          </a:p>
          <a:p>
            <a:r>
              <a:rPr lang="vi-VN" dirty="0"/>
              <a:t>Ajax sử dụng cơ chế làm việc bất đồng bộ (Asynchonous), tức là trong khi đối tượng XMLHttpRequest thực hiện gửi yêu cầu đến Web server thì Web browser vẫn tiếp tục xử lý các công việc khác mà không cần Web server hoàn thành việc trả lời lại yêu cầu đó. Nhiều công việc được sử lý song song với nhau, do đó ứng dụng web sẽ chạy nhanh hơn . </a:t>
            </a:r>
            <a:endParaRPr lang="en-US" dirty="0"/>
          </a:p>
          <a:p>
            <a:r>
              <a:rPr lang="vi-VN" dirty="0"/>
              <a:t>Tất cả Web có sử dụng Ajax gọi là Web 2.0 </a:t>
            </a:r>
            <a:endParaRPr lang="en-US" dirty="0"/>
          </a:p>
          <a:p>
            <a:r>
              <a:rPr lang="vi-VN" dirty="0"/>
              <a:t>Ajax có thể gởi và nhận dữ liệu với nhiều định dạng khác nhau, bao gồm XML, HTML và thậm chí là file text </a:t>
            </a:r>
            <a:endParaRPr lang="en-US" dirty="0"/>
          </a:p>
        </p:txBody>
      </p:sp>
      <p:sp>
        <p:nvSpPr>
          <p:cNvPr id="4" name="Slide Number Placeholder 3"/>
          <p:cNvSpPr>
            <a:spLocks noGrp="1"/>
          </p:cNvSpPr>
          <p:nvPr>
            <p:ph type="sldNum" sz="quarter" idx="10"/>
          </p:nvPr>
        </p:nvSpPr>
        <p:spPr/>
        <p:txBody>
          <a:bodyPr/>
          <a:lstStyle/>
          <a:p>
            <a:fld id="{FD4BB625-6399-40EF-8D3C-B968FF32E6CB}" type="slidenum">
              <a:rPr lang="en-US" smtClean="0"/>
              <a:t>5</a:t>
            </a:fld>
            <a:endParaRPr lang="en-US"/>
          </a:p>
        </p:txBody>
      </p:sp>
    </p:spTree>
    <p:extLst>
      <p:ext uri="{BB962C8B-B14F-4D97-AF65-F5344CB8AC3E}">
        <p14:creationId xmlns:p14="http://schemas.microsoft.com/office/powerpoint/2010/main" val="872877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 </a:t>
            </a:r>
            <a:r>
              <a:rPr lang="en-US" dirty="0" err="1"/>
              <a:t>Cách</a:t>
            </a:r>
            <a:r>
              <a:rPr lang="en-US" dirty="0"/>
              <a:t> </a:t>
            </a:r>
            <a:r>
              <a:rPr lang="en-US" dirty="0" err="1"/>
              <a:t>thức</a:t>
            </a:r>
            <a:r>
              <a:rPr lang="en-US" dirty="0"/>
              <a:t> </a:t>
            </a:r>
            <a:r>
              <a:rPr lang="en-US" dirty="0" err="1"/>
              <a:t>làm</a:t>
            </a:r>
            <a:r>
              <a:rPr lang="en-US" dirty="0"/>
              <a:t> </a:t>
            </a:r>
            <a:r>
              <a:rPr lang="en-US" dirty="0" err="1"/>
              <a:t>việc</a:t>
            </a:r>
            <a:r>
              <a:rPr lang="en-US" dirty="0"/>
              <a:t> </a:t>
            </a:r>
            <a:r>
              <a:rPr lang="en-US" dirty="0" err="1"/>
              <a:t>của</a:t>
            </a:r>
            <a:r>
              <a:rPr lang="en-US" dirty="0"/>
              <a:t> Ajax</a:t>
            </a:r>
          </a:p>
        </p:txBody>
      </p:sp>
      <p:sp>
        <p:nvSpPr>
          <p:cNvPr id="3" name="Content Placeholder 2"/>
          <p:cNvSpPr>
            <a:spLocks noGrp="1"/>
          </p:cNvSpPr>
          <p:nvPr>
            <p:ph idx="1"/>
          </p:nvPr>
        </p:nvSpPr>
        <p:spPr>
          <a:xfrm>
            <a:off x="901527" y="1462905"/>
            <a:ext cx="6740433" cy="3902075"/>
          </a:xfrm>
        </p:spPr>
        <p:txBody>
          <a:bodyPr/>
          <a:lstStyle/>
          <a:p>
            <a:r>
              <a:rPr lang="en-US" dirty="0" err="1"/>
              <a:t>Trước</a:t>
            </a:r>
            <a:r>
              <a:rPr lang="en-US" dirty="0"/>
              <a:t> </a:t>
            </a:r>
            <a:r>
              <a:rPr lang="en-US" dirty="0" err="1"/>
              <a:t>hết</a:t>
            </a:r>
            <a:r>
              <a:rPr lang="en-US" dirty="0"/>
              <a:t> ta </a:t>
            </a:r>
            <a:r>
              <a:rPr lang="en-US" dirty="0" err="1"/>
              <a:t>tìm</a:t>
            </a:r>
            <a:r>
              <a:rPr lang="en-US" dirty="0"/>
              <a:t> </a:t>
            </a:r>
            <a:r>
              <a:rPr lang="en-US" dirty="0" err="1"/>
              <a:t>hiểu</a:t>
            </a:r>
            <a:r>
              <a:rPr lang="en-US" dirty="0"/>
              <a:t> </a:t>
            </a:r>
            <a:r>
              <a:rPr lang="en-US" dirty="0" err="1"/>
              <a:t>cách</a:t>
            </a:r>
            <a:r>
              <a:rPr lang="en-US" dirty="0"/>
              <a:t> </a:t>
            </a:r>
            <a:r>
              <a:rPr lang="en-US" dirty="0" err="1"/>
              <a:t>thức</a:t>
            </a:r>
            <a:r>
              <a:rPr lang="en-US" dirty="0"/>
              <a:t> </a:t>
            </a:r>
            <a:r>
              <a:rPr lang="en-US" dirty="0" err="1"/>
              <a:t>làm</a:t>
            </a:r>
            <a:r>
              <a:rPr lang="en-US" dirty="0"/>
              <a:t> </a:t>
            </a:r>
            <a:r>
              <a:rPr lang="en-US" dirty="0" err="1"/>
              <a:t>việc</a:t>
            </a:r>
            <a:r>
              <a:rPr lang="en-US" dirty="0"/>
              <a:t> </a:t>
            </a:r>
            <a:r>
              <a:rPr lang="en-US" dirty="0" err="1"/>
              <a:t>của</a:t>
            </a:r>
            <a:r>
              <a:rPr lang="en-US" dirty="0"/>
              <a:t> </a:t>
            </a:r>
            <a:r>
              <a:rPr lang="en-US" dirty="0" err="1"/>
              <a:t>một</a:t>
            </a:r>
            <a:r>
              <a:rPr lang="en-US" dirty="0"/>
              <a:t> </a:t>
            </a:r>
            <a:r>
              <a:rPr lang="en-US" dirty="0" err="1"/>
              <a:t>trang</a:t>
            </a:r>
            <a:r>
              <a:rPr lang="en-US" dirty="0"/>
              <a:t> Web </a:t>
            </a:r>
            <a:r>
              <a:rPr lang="en-US" dirty="0" err="1"/>
              <a:t>thông</a:t>
            </a:r>
            <a:r>
              <a:rPr lang="en-US" dirty="0"/>
              <a:t> </a:t>
            </a:r>
            <a:r>
              <a:rPr lang="en-US" dirty="0" err="1"/>
              <a:t>thường</a:t>
            </a:r>
            <a:r>
              <a:rPr lang="en-US" dirty="0"/>
              <a:t> (Web 1.0)</a:t>
            </a:r>
          </a:p>
          <a:p>
            <a:endParaRPr lang="en-US" dirty="0"/>
          </a:p>
        </p:txBody>
      </p:sp>
      <p:pic>
        <p:nvPicPr>
          <p:cNvPr id="4" name="Picture 3"/>
          <p:cNvPicPr>
            <a:picLocks noChangeAspect="1"/>
          </p:cNvPicPr>
          <p:nvPr/>
        </p:nvPicPr>
        <p:blipFill>
          <a:blip r:embed="rId2"/>
          <a:stretch>
            <a:fillRect/>
          </a:stretch>
        </p:blipFill>
        <p:spPr>
          <a:xfrm>
            <a:off x="1071532" y="2301647"/>
            <a:ext cx="6400422" cy="2958830"/>
          </a:xfrm>
          <a:prstGeom prst="rect">
            <a:avLst/>
          </a:prstGeom>
        </p:spPr>
      </p:pic>
      <p:sp>
        <p:nvSpPr>
          <p:cNvPr id="5" name="Content Placeholder 2"/>
          <p:cNvSpPr txBox="1">
            <a:spLocks/>
          </p:cNvSpPr>
          <p:nvPr/>
        </p:nvSpPr>
        <p:spPr bwMode="auto">
          <a:xfrm>
            <a:off x="7471954" y="1711100"/>
            <a:ext cx="4219303" cy="4480695"/>
          </a:xfrm>
          <a:prstGeom prst="rect">
            <a:avLst/>
          </a:prstGeom>
          <a:noFill/>
          <a:ln w="9525">
            <a:noFill/>
            <a:miter lim="800000"/>
            <a:headEnd/>
            <a:tailEnd/>
          </a:ln>
        </p:spPr>
        <p:txBody>
          <a:bodyPr vert="horz" wrap="square" lIns="91424" tIns="45712" rIns="91424" bIns="45712" numCol="1" anchor="t" anchorCtr="0" compatLnSpc="1">
            <a:prstTxWarp prst="textNoShape">
              <a:avLst/>
            </a:prstTxWarp>
          </a:bodyPr>
          <a:lstStyle>
            <a:lvl1pPr marL="228600" indent="-228600" algn="l" rtl="0" eaLnBrk="1" fontAlgn="base" hangingPunct="1">
              <a:spcBef>
                <a:spcPct val="35000"/>
              </a:spcBef>
              <a:spcAft>
                <a:spcPct val="15000"/>
              </a:spcAft>
              <a:buClr>
                <a:srgbClr val="6CA6B8"/>
              </a:buClr>
              <a:buFont typeface="Wingdings" pitchFamily="2" charset="2"/>
              <a:buChar char="§"/>
              <a:defRPr sz="2400">
                <a:solidFill>
                  <a:schemeClr val="tx1"/>
                </a:solidFill>
                <a:latin typeface="+mn-lt"/>
                <a:ea typeface="+mn-ea"/>
                <a:cs typeface="+mn-cs"/>
              </a:defRPr>
            </a:lvl1pPr>
            <a:lvl2pPr marL="457200" indent="-227013" algn="l" rtl="0" eaLnBrk="1" fontAlgn="base" hangingPunct="1">
              <a:spcBef>
                <a:spcPct val="25000"/>
              </a:spcBef>
              <a:spcAft>
                <a:spcPct val="15000"/>
              </a:spcAft>
              <a:buClr>
                <a:srgbClr val="6CA6B8"/>
              </a:buClr>
              <a:buFont typeface="Arial" charset="0"/>
              <a:buChar char="–"/>
              <a:defRPr sz="2200">
                <a:solidFill>
                  <a:schemeClr val="tx1"/>
                </a:solidFill>
                <a:latin typeface="+mn-lt"/>
                <a:cs typeface="+mn-cs"/>
              </a:defRPr>
            </a:lvl2pPr>
            <a:lvl3pPr marL="682625" indent="-223838" algn="l" rtl="0" eaLnBrk="1" fontAlgn="base" hangingPunct="1">
              <a:spcBef>
                <a:spcPct val="20000"/>
              </a:spcBef>
              <a:spcAft>
                <a:spcPct val="0"/>
              </a:spcAft>
              <a:buClr>
                <a:srgbClr val="6CA6B8"/>
              </a:buClr>
              <a:buChar char="•"/>
              <a:defRPr sz="2000">
                <a:solidFill>
                  <a:schemeClr val="tx1"/>
                </a:solidFill>
                <a:latin typeface="+mn-lt"/>
                <a:cs typeface="+mn-cs"/>
              </a:defRPr>
            </a:lvl3pPr>
            <a:lvl4pPr marL="912813" indent="-228600" algn="l" rtl="0" eaLnBrk="1" fontAlgn="base" hangingPunct="1">
              <a:spcBef>
                <a:spcPct val="20000"/>
              </a:spcBef>
              <a:spcAft>
                <a:spcPct val="0"/>
              </a:spcAft>
              <a:buClr>
                <a:srgbClr val="6CA6B8"/>
              </a:buClr>
              <a:buFont typeface="Arial" charset="0"/>
              <a:buChar char="–"/>
              <a:defRPr sz="2000">
                <a:solidFill>
                  <a:schemeClr val="tx1"/>
                </a:solidFill>
                <a:latin typeface="+mn-lt"/>
                <a:cs typeface="+mn-cs"/>
              </a:defRPr>
            </a:lvl4pPr>
            <a:lvl5pPr marL="1143000" indent="-228600" algn="l" rtl="0" eaLnBrk="1" fontAlgn="base" hangingPunct="1">
              <a:spcBef>
                <a:spcPct val="20000"/>
              </a:spcBef>
              <a:spcAft>
                <a:spcPct val="0"/>
              </a:spcAft>
              <a:buClr>
                <a:srgbClr val="6CA6B8"/>
              </a:buClr>
              <a:buFont typeface="Arial" charset="0"/>
              <a:buChar char="&gt;"/>
              <a:defRPr sz="2000">
                <a:solidFill>
                  <a:schemeClr val="tx1"/>
                </a:solidFill>
                <a:latin typeface="+mn-lt"/>
                <a:cs typeface="+mn-cs"/>
              </a:defRPr>
            </a:lvl5pPr>
            <a:lvl6pPr marL="1600200" indent="-228600" algn="l" rtl="0" eaLnBrk="1" fontAlgn="base" hangingPunct="1">
              <a:spcBef>
                <a:spcPct val="20000"/>
              </a:spcBef>
              <a:spcAft>
                <a:spcPct val="0"/>
              </a:spcAft>
              <a:buClr>
                <a:srgbClr val="6CA6B8"/>
              </a:buClr>
              <a:buFont typeface="Arial" charset="0"/>
              <a:buChar char="&gt;"/>
              <a:defRPr>
                <a:solidFill>
                  <a:schemeClr val="tx1"/>
                </a:solidFill>
                <a:latin typeface="+mn-lt"/>
                <a:cs typeface="+mn-cs"/>
              </a:defRPr>
            </a:lvl6pPr>
            <a:lvl7pPr marL="2057400" indent="-228600" algn="l" rtl="0" eaLnBrk="1" fontAlgn="base" hangingPunct="1">
              <a:spcBef>
                <a:spcPct val="20000"/>
              </a:spcBef>
              <a:spcAft>
                <a:spcPct val="0"/>
              </a:spcAft>
              <a:buClr>
                <a:srgbClr val="6CA6B8"/>
              </a:buClr>
              <a:buFont typeface="Arial" charset="0"/>
              <a:buChar char="&gt;"/>
              <a:defRPr>
                <a:solidFill>
                  <a:schemeClr val="tx1"/>
                </a:solidFill>
                <a:latin typeface="+mn-lt"/>
                <a:cs typeface="+mn-cs"/>
              </a:defRPr>
            </a:lvl7pPr>
            <a:lvl8pPr marL="2514600" indent="-228600" algn="l" rtl="0" eaLnBrk="1" fontAlgn="base" hangingPunct="1">
              <a:spcBef>
                <a:spcPct val="20000"/>
              </a:spcBef>
              <a:spcAft>
                <a:spcPct val="0"/>
              </a:spcAft>
              <a:buClr>
                <a:srgbClr val="6CA6B8"/>
              </a:buClr>
              <a:buFont typeface="Arial" charset="0"/>
              <a:buChar char="&gt;"/>
              <a:defRPr>
                <a:solidFill>
                  <a:schemeClr val="tx1"/>
                </a:solidFill>
                <a:latin typeface="+mn-lt"/>
                <a:cs typeface="+mn-cs"/>
              </a:defRPr>
            </a:lvl8pPr>
            <a:lvl9pPr marL="2971800" indent="-228600" algn="l" rtl="0" eaLnBrk="1" fontAlgn="base" hangingPunct="1">
              <a:spcBef>
                <a:spcPct val="20000"/>
              </a:spcBef>
              <a:spcAft>
                <a:spcPct val="0"/>
              </a:spcAft>
              <a:buClr>
                <a:srgbClr val="6CA6B8"/>
              </a:buClr>
              <a:buFont typeface="Arial" charset="0"/>
              <a:buChar char="&gt;"/>
              <a:defRPr>
                <a:solidFill>
                  <a:schemeClr val="tx1"/>
                </a:solidFill>
                <a:latin typeface="+mn-lt"/>
                <a:cs typeface="+mn-cs"/>
              </a:defRPr>
            </a:lvl9pPr>
          </a:lstStyle>
          <a:p>
            <a:r>
              <a:rPr lang="vi-VN" kern="0" dirty="0"/>
              <a:t>Như vậy ta thấy cách thức hoạt động của 1 trang web cổ điện là : Click </a:t>
            </a:r>
            <a:r>
              <a:rPr lang="en-US" kern="0" dirty="0"/>
              <a:t>-&gt;</a:t>
            </a:r>
            <a:r>
              <a:rPr lang="vi-VN" kern="0" dirty="0"/>
              <a:t> waiting .. </a:t>
            </a:r>
            <a:r>
              <a:rPr lang="en-US" kern="0" dirty="0"/>
              <a:t>-&gt;</a:t>
            </a:r>
            <a:r>
              <a:rPr lang="vi-VN" kern="0" dirty="0"/>
              <a:t> refresh …</a:t>
            </a:r>
            <a:r>
              <a:rPr lang="en-US" kern="0" dirty="0"/>
              <a:t>-&gt;</a:t>
            </a:r>
            <a:r>
              <a:rPr lang="vi-VN" kern="0" dirty="0"/>
              <a:t>….Do đó cho dù yêu cầu cập nhật một lượng th</a:t>
            </a:r>
            <a:r>
              <a:rPr lang="en-US" kern="0" dirty="0"/>
              <a:t>ô</a:t>
            </a:r>
            <a:r>
              <a:rPr lang="vi-VN" kern="0" dirty="0"/>
              <a:t>ng tin nhỏ thì trang web cũng phải load lại, </a:t>
            </a:r>
            <a:r>
              <a:rPr lang="en-US" kern="0" dirty="0" err="1"/>
              <a:t>làm</a:t>
            </a:r>
            <a:r>
              <a:rPr lang="en-US" kern="0" dirty="0"/>
              <a:t> </a:t>
            </a:r>
            <a:r>
              <a:rPr lang="en-US" kern="0" dirty="0" err="1"/>
              <a:t>cho</a:t>
            </a:r>
            <a:r>
              <a:rPr lang="en-US" kern="0"/>
              <a:t> </a:t>
            </a:r>
            <a:r>
              <a:rPr lang="vi-VN" kern="0"/>
              <a:t>trang </a:t>
            </a:r>
            <a:r>
              <a:rPr lang="vi-VN" kern="0" dirty="0"/>
              <a:t>web chạy chậm </a:t>
            </a:r>
            <a:endParaRPr lang="en-US" kern="0" dirty="0"/>
          </a:p>
        </p:txBody>
      </p:sp>
      <p:sp>
        <p:nvSpPr>
          <p:cNvPr id="6" name="Slide Number Placeholder 5"/>
          <p:cNvSpPr>
            <a:spLocks noGrp="1"/>
          </p:cNvSpPr>
          <p:nvPr>
            <p:ph type="sldNum" sz="quarter" idx="10"/>
          </p:nvPr>
        </p:nvSpPr>
        <p:spPr/>
        <p:txBody>
          <a:bodyPr/>
          <a:lstStyle/>
          <a:p>
            <a:fld id="{FD4BB625-6399-40EF-8D3C-B968FF32E6CB}" type="slidenum">
              <a:rPr lang="en-US" smtClean="0"/>
              <a:t>6</a:t>
            </a:fld>
            <a:endParaRPr lang="en-US"/>
          </a:p>
        </p:txBody>
      </p:sp>
    </p:spTree>
    <p:extLst>
      <p:ext uri="{BB962C8B-B14F-4D97-AF65-F5344CB8AC3E}">
        <p14:creationId xmlns:p14="http://schemas.microsoft.com/office/powerpoint/2010/main" val="10880533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 </a:t>
            </a:r>
            <a:r>
              <a:rPr lang="en-US" dirty="0" err="1"/>
              <a:t>Cách</a:t>
            </a:r>
            <a:r>
              <a:rPr lang="en-US" dirty="0"/>
              <a:t> </a:t>
            </a:r>
            <a:r>
              <a:rPr lang="en-US" dirty="0" err="1"/>
              <a:t>thức</a:t>
            </a:r>
            <a:r>
              <a:rPr lang="en-US" dirty="0"/>
              <a:t> </a:t>
            </a:r>
            <a:r>
              <a:rPr lang="en-US" dirty="0" err="1"/>
              <a:t>làm</a:t>
            </a:r>
            <a:r>
              <a:rPr lang="en-US" dirty="0"/>
              <a:t> </a:t>
            </a:r>
            <a:r>
              <a:rPr lang="en-US" dirty="0" err="1"/>
              <a:t>việc</a:t>
            </a:r>
            <a:r>
              <a:rPr lang="en-US" dirty="0"/>
              <a:t> </a:t>
            </a:r>
            <a:r>
              <a:rPr lang="en-US" dirty="0" err="1"/>
              <a:t>của</a:t>
            </a:r>
            <a:r>
              <a:rPr lang="en-US" dirty="0"/>
              <a:t> Ajax</a:t>
            </a:r>
          </a:p>
        </p:txBody>
      </p:sp>
      <p:sp>
        <p:nvSpPr>
          <p:cNvPr id="3" name="Content Placeholder 2"/>
          <p:cNvSpPr>
            <a:spLocks noGrp="1"/>
          </p:cNvSpPr>
          <p:nvPr>
            <p:ph idx="1"/>
          </p:nvPr>
        </p:nvSpPr>
        <p:spPr>
          <a:xfrm>
            <a:off x="901527" y="1462905"/>
            <a:ext cx="6740433" cy="3902075"/>
          </a:xfrm>
        </p:spPr>
        <p:txBody>
          <a:bodyPr/>
          <a:lstStyle/>
          <a:p>
            <a:r>
              <a:rPr lang="en-US" dirty="0" err="1"/>
              <a:t>Cách</a:t>
            </a:r>
            <a:r>
              <a:rPr lang="en-US" dirty="0"/>
              <a:t> </a:t>
            </a:r>
            <a:r>
              <a:rPr lang="en-US" dirty="0" err="1"/>
              <a:t>thức</a:t>
            </a:r>
            <a:r>
              <a:rPr lang="en-US" dirty="0"/>
              <a:t> </a:t>
            </a:r>
            <a:r>
              <a:rPr lang="en-US" dirty="0" err="1"/>
              <a:t>làm</a:t>
            </a:r>
            <a:r>
              <a:rPr lang="en-US" dirty="0"/>
              <a:t> </a:t>
            </a:r>
            <a:r>
              <a:rPr lang="en-US" dirty="0" err="1"/>
              <a:t>việc</a:t>
            </a:r>
            <a:r>
              <a:rPr lang="en-US" dirty="0"/>
              <a:t> </a:t>
            </a:r>
            <a:r>
              <a:rPr lang="en-US" dirty="0" err="1"/>
              <a:t>của</a:t>
            </a:r>
            <a:r>
              <a:rPr lang="en-US" dirty="0"/>
              <a:t> </a:t>
            </a:r>
            <a:r>
              <a:rPr lang="en-US" dirty="0" err="1"/>
              <a:t>một</a:t>
            </a:r>
            <a:r>
              <a:rPr lang="en-US" dirty="0"/>
              <a:t> </a:t>
            </a:r>
            <a:r>
              <a:rPr lang="en-US" dirty="0" err="1"/>
              <a:t>trang</a:t>
            </a:r>
            <a:r>
              <a:rPr lang="en-US" dirty="0"/>
              <a:t> Web </a:t>
            </a:r>
            <a:r>
              <a:rPr lang="en-US" dirty="0" err="1"/>
              <a:t>có</a:t>
            </a:r>
            <a:r>
              <a:rPr lang="en-US" dirty="0"/>
              <a:t> </a:t>
            </a:r>
            <a:r>
              <a:rPr lang="en-US" dirty="0" err="1"/>
              <a:t>ứng</a:t>
            </a:r>
            <a:r>
              <a:rPr lang="en-US" dirty="0"/>
              <a:t> </a:t>
            </a:r>
            <a:r>
              <a:rPr lang="en-US" dirty="0" err="1"/>
              <a:t>dụng</a:t>
            </a:r>
            <a:r>
              <a:rPr lang="en-US" dirty="0"/>
              <a:t> </a:t>
            </a:r>
            <a:r>
              <a:rPr lang="en-US" dirty="0" err="1"/>
              <a:t>kỹ</a:t>
            </a:r>
            <a:r>
              <a:rPr lang="en-US" dirty="0"/>
              <a:t> </a:t>
            </a:r>
            <a:r>
              <a:rPr lang="en-US" dirty="0" err="1"/>
              <a:t>thuật</a:t>
            </a:r>
            <a:r>
              <a:rPr lang="en-US" dirty="0"/>
              <a:t> Ajax </a:t>
            </a:r>
          </a:p>
          <a:p>
            <a:endParaRPr lang="en-US" dirty="0"/>
          </a:p>
        </p:txBody>
      </p:sp>
      <p:pic>
        <p:nvPicPr>
          <p:cNvPr id="6" name="Picture 5"/>
          <p:cNvPicPr>
            <a:picLocks noChangeAspect="1"/>
          </p:cNvPicPr>
          <p:nvPr/>
        </p:nvPicPr>
        <p:blipFill>
          <a:blip r:embed="rId2"/>
          <a:stretch>
            <a:fillRect/>
          </a:stretch>
        </p:blipFill>
        <p:spPr>
          <a:xfrm>
            <a:off x="1254035" y="2257947"/>
            <a:ext cx="6217920" cy="3588699"/>
          </a:xfrm>
          <a:prstGeom prst="rect">
            <a:avLst/>
          </a:prstGeom>
        </p:spPr>
      </p:pic>
      <p:sp>
        <p:nvSpPr>
          <p:cNvPr id="4" name="Slide Number Placeholder 3"/>
          <p:cNvSpPr>
            <a:spLocks noGrp="1"/>
          </p:cNvSpPr>
          <p:nvPr>
            <p:ph type="sldNum" sz="quarter" idx="10"/>
          </p:nvPr>
        </p:nvSpPr>
        <p:spPr/>
        <p:txBody>
          <a:bodyPr/>
          <a:lstStyle/>
          <a:p>
            <a:fld id="{FD4BB625-6399-40EF-8D3C-B968FF32E6CB}" type="slidenum">
              <a:rPr lang="en-US" smtClean="0"/>
              <a:t>7</a:t>
            </a:fld>
            <a:endParaRPr lang="en-US"/>
          </a:p>
        </p:txBody>
      </p:sp>
    </p:spTree>
    <p:extLst>
      <p:ext uri="{BB962C8B-B14F-4D97-AF65-F5344CB8AC3E}">
        <p14:creationId xmlns:p14="http://schemas.microsoft.com/office/powerpoint/2010/main" val="5068794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 </a:t>
            </a:r>
            <a:r>
              <a:rPr lang="en-US" dirty="0" err="1"/>
              <a:t>Cách</a:t>
            </a:r>
            <a:r>
              <a:rPr lang="en-US" dirty="0"/>
              <a:t> </a:t>
            </a:r>
            <a:r>
              <a:rPr lang="en-US" dirty="0" err="1"/>
              <a:t>thức</a:t>
            </a:r>
            <a:r>
              <a:rPr lang="en-US" dirty="0"/>
              <a:t> </a:t>
            </a:r>
            <a:r>
              <a:rPr lang="en-US" dirty="0" err="1"/>
              <a:t>làm</a:t>
            </a:r>
            <a:r>
              <a:rPr lang="en-US" dirty="0"/>
              <a:t> </a:t>
            </a:r>
            <a:r>
              <a:rPr lang="en-US" dirty="0" err="1"/>
              <a:t>việc</a:t>
            </a:r>
            <a:r>
              <a:rPr lang="en-US" dirty="0"/>
              <a:t> </a:t>
            </a:r>
            <a:r>
              <a:rPr lang="en-US" dirty="0" err="1"/>
              <a:t>của</a:t>
            </a:r>
            <a:r>
              <a:rPr lang="en-US" dirty="0"/>
              <a:t> Ajax</a:t>
            </a:r>
          </a:p>
        </p:txBody>
      </p:sp>
      <p:sp>
        <p:nvSpPr>
          <p:cNvPr id="3" name="Content Placeholder 2"/>
          <p:cNvSpPr>
            <a:spLocks noGrp="1"/>
          </p:cNvSpPr>
          <p:nvPr>
            <p:ph idx="1"/>
          </p:nvPr>
        </p:nvSpPr>
        <p:spPr>
          <a:xfrm>
            <a:off x="901527" y="1462905"/>
            <a:ext cx="10554599" cy="4859518"/>
          </a:xfrm>
        </p:spPr>
        <p:txBody>
          <a:bodyPr/>
          <a:lstStyle/>
          <a:p>
            <a:r>
              <a:rPr lang="vi-VN" dirty="0"/>
              <a:t>Ajax cho phép tạo ra một Ajax Engine nằm giữa UI (user interface – giao diện người dùng) và Server , tức là nằm giữa giao tiếp Client – Server, nhưng phần Ajax Engine này vẫn nằm ở phía Client . </a:t>
            </a:r>
            <a:endParaRPr lang="en-US" dirty="0"/>
          </a:p>
          <a:p>
            <a:r>
              <a:rPr lang="en-US" dirty="0" err="1"/>
              <a:t>Khi</a:t>
            </a:r>
            <a:r>
              <a:rPr lang="en-US" dirty="0"/>
              <a:t> </a:t>
            </a:r>
            <a:r>
              <a:rPr lang="en-US" dirty="0" err="1"/>
              <a:t>đó</a:t>
            </a:r>
            <a:r>
              <a:rPr lang="en-US" dirty="0"/>
              <a:t> </a:t>
            </a:r>
            <a:r>
              <a:rPr lang="en-US" dirty="0" err="1"/>
              <a:t>công</a:t>
            </a:r>
            <a:r>
              <a:rPr lang="en-US" dirty="0"/>
              <a:t> </a:t>
            </a:r>
            <a:r>
              <a:rPr lang="en-US" dirty="0" err="1"/>
              <a:t>việc</a:t>
            </a:r>
            <a:r>
              <a:rPr lang="en-US" dirty="0"/>
              <a:t> </a:t>
            </a:r>
            <a:r>
              <a:rPr lang="en-US" dirty="0" err="1"/>
              <a:t>công</a:t>
            </a:r>
            <a:r>
              <a:rPr lang="en-US" dirty="0"/>
              <a:t> </a:t>
            </a:r>
            <a:r>
              <a:rPr lang="en-US" dirty="0" err="1"/>
              <a:t>việc</a:t>
            </a:r>
            <a:r>
              <a:rPr lang="en-US" dirty="0"/>
              <a:t> </a:t>
            </a:r>
            <a:r>
              <a:rPr lang="en-US" dirty="0" err="1"/>
              <a:t>gửi</a:t>
            </a:r>
            <a:r>
              <a:rPr lang="en-US" dirty="0"/>
              <a:t> request </a:t>
            </a:r>
            <a:r>
              <a:rPr lang="en-US" dirty="0" err="1"/>
              <a:t>và</a:t>
            </a:r>
            <a:r>
              <a:rPr lang="en-US" dirty="0"/>
              <a:t> </a:t>
            </a:r>
            <a:r>
              <a:rPr lang="en-US" dirty="0" err="1"/>
              <a:t>nhận</a:t>
            </a:r>
            <a:r>
              <a:rPr lang="en-US" dirty="0"/>
              <a:t> response </a:t>
            </a:r>
            <a:r>
              <a:rPr lang="en-US" dirty="0" err="1"/>
              <a:t>đều</a:t>
            </a:r>
            <a:r>
              <a:rPr lang="en-US" dirty="0"/>
              <a:t> do Ajax Engine </a:t>
            </a:r>
            <a:r>
              <a:rPr lang="en-US" dirty="0" err="1"/>
              <a:t>thực</a:t>
            </a:r>
            <a:r>
              <a:rPr lang="en-US" dirty="0"/>
              <a:t> </a:t>
            </a:r>
            <a:r>
              <a:rPr lang="en-US" dirty="0" err="1"/>
              <a:t>hiện</a:t>
            </a:r>
            <a:endParaRPr lang="en-US" dirty="0"/>
          </a:p>
          <a:p>
            <a:r>
              <a:rPr lang="vi-VN" dirty="0"/>
              <a:t> Thay vì trả dữ liệu dưới dạng HTML và CSS trực tiếp cho trình duyệt, Web server có thể gửi trả dữ liệu dạng XML và Ajax Engine sẽ tiếp nhận, phân tích và chuyển đổi thành XHTML + CSS cho trình duyệt hiển thị</a:t>
            </a:r>
            <a:endParaRPr lang="en-US" dirty="0"/>
          </a:p>
          <a:p>
            <a:r>
              <a:rPr lang="vi-VN" dirty="0"/>
              <a:t>Việc phân tích và chuyển đổi này được thực hiện trên Client nên giảm tải rất nhiều cho Server, đồng thời User cảm thấy kết quả xử lý được hiển thị tức thì mà không cần nạp lại toàn bộ trang</a:t>
            </a:r>
            <a:endParaRPr lang="en-US" dirty="0"/>
          </a:p>
        </p:txBody>
      </p:sp>
      <p:sp>
        <p:nvSpPr>
          <p:cNvPr id="4" name="Slide Number Placeholder 3"/>
          <p:cNvSpPr>
            <a:spLocks noGrp="1"/>
          </p:cNvSpPr>
          <p:nvPr>
            <p:ph type="sldNum" sz="quarter" idx="10"/>
          </p:nvPr>
        </p:nvSpPr>
        <p:spPr/>
        <p:txBody>
          <a:bodyPr/>
          <a:lstStyle/>
          <a:p>
            <a:fld id="{FD4BB625-6399-40EF-8D3C-B968FF32E6CB}" type="slidenum">
              <a:rPr lang="en-US" smtClean="0"/>
              <a:t>8</a:t>
            </a:fld>
            <a:endParaRPr lang="en-US"/>
          </a:p>
        </p:txBody>
      </p:sp>
    </p:spTree>
    <p:extLst>
      <p:ext uri="{BB962C8B-B14F-4D97-AF65-F5344CB8AC3E}">
        <p14:creationId xmlns:p14="http://schemas.microsoft.com/office/powerpoint/2010/main" val="33542197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2. </a:t>
            </a:r>
            <a:r>
              <a:rPr lang="en-US" dirty="0" err="1"/>
              <a:t>Cách</a:t>
            </a:r>
            <a:r>
              <a:rPr lang="en-US" dirty="0"/>
              <a:t> </a:t>
            </a:r>
            <a:r>
              <a:rPr lang="en-US" dirty="0" err="1"/>
              <a:t>thức</a:t>
            </a:r>
            <a:r>
              <a:rPr lang="en-US" dirty="0"/>
              <a:t> </a:t>
            </a:r>
            <a:r>
              <a:rPr lang="en-US" dirty="0" err="1"/>
              <a:t>làm</a:t>
            </a:r>
            <a:r>
              <a:rPr lang="en-US" dirty="0"/>
              <a:t> </a:t>
            </a:r>
            <a:r>
              <a:rPr lang="en-US" dirty="0" err="1"/>
              <a:t>việc</a:t>
            </a:r>
            <a:r>
              <a:rPr lang="en-US" dirty="0"/>
              <a:t> </a:t>
            </a:r>
            <a:r>
              <a:rPr lang="en-US" dirty="0" err="1"/>
              <a:t>của</a:t>
            </a:r>
            <a:r>
              <a:rPr lang="en-US" dirty="0"/>
              <a:t> Ajax</a:t>
            </a:r>
          </a:p>
        </p:txBody>
      </p:sp>
      <p:sp>
        <p:nvSpPr>
          <p:cNvPr id="3" name="Content Placeholder 2"/>
          <p:cNvSpPr>
            <a:spLocks noGrp="1"/>
          </p:cNvSpPr>
          <p:nvPr>
            <p:ph idx="1"/>
          </p:nvPr>
        </p:nvSpPr>
        <p:spPr>
          <a:xfrm>
            <a:off x="901527" y="1462905"/>
            <a:ext cx="4689376" cy="4859518"/>
          </a:xfrm>
        </p:spPr>
        <p:txBody>
          <a:bodyPr/>
          <a:lstStyle/>
          <a:p>
            <a:r>
              <a:rPr lang="vi-VN" dirty="0"/>
              <a:t> Ajax Engine chỉ gửi đi những thông tin cần thay đổi chứ không phải toàn bộ trang web, do đó giảm được tải qua mạng.</a:t>
            </a:r>
            <a:endParaRPr lang="en-US" dirty="0"/>
          </a:p>
          <a:p>
            <a:r>
              <a:rPr lang="vi-VN" dirty="0"/>
              <a:t>Việc gửi request và nhận response do Ajax Engine thực. Do đó phía Browser UI không rơi vào trạng thái chờ (waiting…), tức là có thể thực hiện nhiều việc cùng lúc (Asynchronous). </a:t>
            </a:r>
            <a:endParaRPr lang="en-US" dirty="0"/>
          </a:p>
        </p:txBody>
      </p:sp>
      <p:pic>
        <p:nvPicPr>
          <p:cNvPr id="4" name="Picture 3"/>
          <p:cNvPicPr>
            <a:picLocks noChangeAspect="1"/>
          </p:cNvPicPr>
          <p:nvPr/>
        </p:nvPicPr>
        <p:blipFill>
          <a:blip r:embed="rId2"/>
          <a:stretch>
            <a:fillRect/>
          </a:stretch>
        </p:blipFill>
        <p:spPr>
          <a:xfrm>
            <a:off x="5590903" y="993098"/>
            <a:ext cx="5608382" cy="5435994"/>
          </a:xfrm>
          <a:prstGeom prst="rect">
            <a:avLst/>
          </a:prstGeom>
        </p:spPr>
      </p:pic>
      <p:sp>
        <p:nvSpPr>
          <p:cNvPr id="5" name="Slide Number Placeholder 4"/>
          <p:cNvSpPr>
            <a:spLocks noGrp="1"/>
          </p:cNvSpPr>
          <p:nvPr>
            <p:ph type="sldNum" sz="quarter" idx="10"/>
          </p:nvPr>
        </p:nvSpPr>
        <p:spPr/>
        <p:txBody>
          <a:bodyPr/>
          <a:lstStyle/>
          <a:p>
            <a:fld id="{FD4BB625-6399-40EF-8D3C-B968FF32E6CB}" type="slidenum">
              <a:rPr lang="en-US" smtClean="0"/>
              <a:t>9</a:t>
            </a:fld>
            <a:endParaRPr lang="en-US"/>
          </a:p>
        </p:txBody>
      </p:sp>
    </p:spTree>
    <p:extLst>
      <p:ext uri="{BB962C8B-B14F-4D97-AF65-F5344CB8AC3E}">
        <p14:creationId xmlns:p14="http://schemas.microsoft.com/office/powerpoint/2010/main" val="5950630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7867" y="531905"/>
            <a:ext cx="10993967" cy="498475"/>
          </a:xfrm>
        </p:spPr>
        <p:txBody>
          <a:bodyPr/>
          <a:lstStyle/>
          <a:p>
            <a:r>
              <a:rPr lang="en-US" dirty="0"/>
              <a:t>3. </a:t>
            </a:r>
            <a:r>
              <a:rPr lang="en-US" dirty="0" err="1"/>
              <a:t>Sử</a:t>
            </a:r>
            <a:r>
              <a:rPr lang="en-US" dirty="0"/>
              <a:t> </a:t>
            </a:r>
            <a:r>
              <a:rPr lang="en-US" dirty="0" err="1"/>
              <a:t>dụng</a:t>
            </a:r>
            <a:r>
              <a:rPr lang="en-US" dirty="0"/>
              <a:t> Ajax</a:t>
            </a:r>
          </a:p>
        </p:txBody>
      </p:sp>
      <p:sp>
        <p:nvSpPr>
          <p:cNvPr id="3" name="Content Placeholder 2"/>
          <p:cNvSpPr>
            <a:spLocks noGrp="1"/>
          </p:cNvSpPr>
          <p:nvPr>
            <p:ph idx="1"/>
          </p:nvPr>
        </p:nvSpPr>
        <p:spPr>
          <a:xfrm>
            <a:off x="796835" y="1175522"/>
            <a:ext cx="10367433" cy="5133838"/>
          </a:xfrm>
        </p:spPr>
        <p:txBody>
          <a:bodyPr/>
          <a:lstStyle/>
          <a:p>
            <a:r>
              <a:rPr lang="en-US" dirty="0"/>
              <a:t>3.1. C</a:t>
            </a:r>
            <a:r>
              <a:rPr lang="vi-VN" dirty="0"/>
              <a:t>ác bước cài đặt Ajax đơn giản</a:t>
            </a:r>
            <a:endParaRPr lang="en-US" dirty="0"/>
          </a:p>
          <a:p>
            <a:r>
              <a:rPr lang="en-US" dirty="0"/>
              <a:t>3.2. </a:t>
            </a:r>
            <a:r>
              <a:rPr lang="en-US" dirty="0" err="1"/>
              <a:t>ASP.Net</a:t>
            </a:r>
            <a:r>
              <a:rPr lang="en-US" dirty="0"/>
              <a:t> Ajax Server Control</a:t>
            </a:r>
          </a:p>
          <a:p>
            <a:endParaRPr lang="en-US" dirty="0"/>
          </a:p>
        </p:txBody>
      </p:sp>
      <p:sp>
        <p:nvSpPr>
          <p:cNvPr id="4" name="Slide Number Placeholder 3"/>
          <p:cNvSpPr>
            <a:spLocks noGrp="1"/>
          </p:cNvSpPr>
          <p:nvPr>
            <p:ph type="sldNum" sz="quarter" idx="10"/>
          </p:nvPr>
        </p:nvSpPr>
        <p:spPr/>
        <p:txBody>
          <a:bodyPr/>
          <a:lstStyle/>
          <a:p>
            <a:fld id="{FD4BB625-6399-40EF-8D3C-B968FF32E6CB}" type="slidenum">
              <a:rPr lang="en-US" smtClean="0"/>
              <a:t>10</a:t>
            </a:fld>
            <a:endParaRPr lang="en-US"/>
          </a:p>
        </p:txBody>
      </p:sp>
    </p:spTree>
    <p:extLst>
      <p:ext uri="{BB962C8B-B14F-4D97-AF65-F5344CB8AC3E}">
        <p14:creationId xmlns:p14="http://schemas.microsoft.com/office/powerpoint/2010/main" val="41740376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3.1. C</a:t>
            </a:r>
            <a:r>
              <a:rPr lang="vi-VN" dirty="0"/>
              <a:t>ác bước cài đặt Ajax đơn giản</a:t>
            </a:r>
            <a:endParaRPr lang="en-US" dirty="0"/>
          </a:p>
        </p:txBody>
      </p:sp>
      <p:sp>
        <p:nvSpPr>
          <p:cNvPr id="3" name="Content Placeholder 2"/>
          <p:cNvSpPr>
            <a:spLocks noGrp="1"/>
          </p:cNvSpPr>
          <p:nvPr>
            <p:ph idx="1"/>
          </p:nvPr>
        </p:nvSpPr>
        <p:spPr>
          <a:xfrm>
            <a:off x="831852" y="1370014"/>
            <a:ext cx="10367433" cy="4913220"/>
          </a:xfrm>
        </p:spPr>
        <p:txBody>
          <a:bodyPr/>
          <a:lstStyle/>
          <a:p>
            <a:r>
              <a:rPr lang="vi-VN" dirty="0"/>
              <a:t>Phía Client : </a:t>
            </a:r>
            <a:endParaRPr lang="en-US" dirty="0"/>
          </a:p>
          <a:p>
            <a:pPr lvl="1"/>
            <a:r>
              <a:rPr lang="vi-VN" dirty="0"/>
              <a:t>Viết hàm tạo đối tượng XMLHttpRequest (đối tượng này dùng để gởi request đến Server). </a:t>
            </a:r>
            <a:endParaRPr lang="en-US" dirty="0"/>
          </a:p>
          <a:p>
            <a:pPr lvl="1"/>
            <a:r>
              <a:rPr lang="vi-VN" dirty="0"/>
              <a:t>Viết hàm gởi yêu cầu (request) đến Server</a:t>
            </a:r>
            <a:endParaRPr lang="en-US" dirty="0"/>
          </a:p>
          <a:p>
            <a:pPr lvl="1"/>
            <a:r>
              <a:rPr lang="en-US" dirty="0" err="1"/>
              <a:t>Viết</a:t>
            </a:r>
            <a:r>
              <a:rPr lang="en-US" dirty="0"/>
              <a:t> </a:t>
            </a:r>
            <a:r>
              <a:rPr lang="en-US" dirty="0" err="1"/>
              <a:t>hàm</a:t>
            </a:r>
            <a:r>
              <a:rPr lang="en-US" dirty="0"/>
              <a:t> </a:t>
            </a:r>
            <a:r>
              <a:rPr lang="en-US" dirty="0" err="1"/>
              <a:t>xử</a:t>
            </a:r>
            <a:r>
              <a:rPr lang="en-US" dirty="0"/>
              <a:t> </a:t>
            </a:r>
            <a:r>
              <a:rPr lang="en-US" dirty="0" err="1"/>
              <a:t>lý</a:t>
            </a:r>
            <a:r>
              <a:rPr lang="en-US" dirty="0"/>
              <a:t> </a:t>
            </a:r>
            <a:r>
              <a:rPr lang="en-US" dirty="0" err="1"/>
              <a:t>thông</a:t>
            </a:r>
            <a:r>
              <a:rPr lang="en-US" dirty="0"/>
              <a:t> tin </a:t>
            </a:r>
            <a:r>
              <a:rPr lang="en-US" dirty="0" err="1"/>
              <a:t>sau</a:t>
            </a:r>
            <a:r>
              <a:rPr lang="en-US" dirty="0"/>
              <a:t> </a:t>
            </a:r>
            <a:r>
              <a:rPr lang="en-US" dirty="0" err="1"/>
              <a:t>khi</a:t>
            </a:r>
            <a:r>
              <a:rPr lang="en-US" dirty="0"/>
              <a:t> </a:t>
            </a:r>
            <a:r>
              <a:rPr lang="en-US" dirty="0" err="1"/>
              <a:t>gởi</a:t>
            </a:r>
            <a:r>
              <a:rPr lang="en-US" dirty="0"/>
              <a:t> request </a:t>
            </a:r>
            <a:r>
              <a:rPr lang="en-US" dirty="0" err="1"/>
              <a:t>đến</a:t>
            </a:r>
            <a:r>
              <a:rPr lang="en-US" dirty="0"/>
              <a:t> Server. </a:t>
            </a:r>
            <a:r>
              <a:rPr lang="en-US" dirty="0" err="1"/>
              <a:t>Có</a:t>
            </a:r>
            <a:r>
              <a:rPr lang="en-US" dirty="0"/>
              <a:t> </a:t>
            </a:r>
            <a:r>
              <a:rPr lang="en-US" dirty="0" err="1"/>
              <a:t>thể</a:t>
            </a:r>
            <a:r>
              <a:rPr lang="en-US" dirty="0"/>
              <a:t> </a:t>
            </a:r>
            <a:r>
              <a:rPr lang="en-US" dirty="0" err="1"/>
              <a:t>là</a:t>
            </a:r>
            <a:r>
              <a:rPr lang="en-US" dirty="0"/>
              <a:t> </a:t>
            </a:r>
            <a:r>
              <a:rPr lang="en-US" dirty="0" err="1"/>
              <a:t>thông</a:t>
            </a:r>
            <a:r>
              <a:rPr lang="en-US" dirty="0"/>
              <a:t> tin </a:t>
            </a:r>
            <a:r>
              <a:rPr lang="en-US" dirty="0" err="1"/>
              <a:t>lỗi</a:t>
            </a:r>
            <a:r>
              <a:rPr lang="en-US" dirty="0"/>
              <a:t> </a:t>
            </a:r>
            <a:r>
              <a:rPr lang="en-US" dirty="0" err="1"/>
              <a:t>trả</a:t>
            </a:r>
            <a:r>
              <a:rPr lang="en-US" dirty="0"/>
              <a:t> </a:t>
            </a:r>
            <a:r>
              <a:rPr lang="en-US" dirty="0" err="1"/>
              <a:t>về</a:t>
            </a:r>
            <a:r>
              <a:rPr lang="en-US" dirty="0"/>
              <a:t> (</a:t>
            </a:r>
            <a:r>
              <a:rPr lang="en-US" dirty="0" err="1"/>
              <a:t>nếu</a:t>
            </a:r>
            <a:r>
              <a:rPr lang="en-US" dirty="0"/>
              <a:t> </a:t>
            </a:r>
            <a:r>
              <a:rPr lang="en-US" dirty="0" err="1"/>
              <a:t>việc</a:t>
            </a:r>
            <a:r>
              <a:rPr lang="en-US" dirty="0"/>
              <a:t> </a:t>
            </a:r>
            <a:r>
              <a:rPr lang="en-US" dirty="0" err="1"/>
              <a:t>gởi</a:t>
            </a:r>
            <a:r>
              <a:rPr lang="en-US" dirty="0"/>
              <a:t> request </a:t>
            </a:r>
            <a:r>
              <a:rPr lang="en-US" dirty="0" err="1"/>
              <a:t>thất</a:t>
            </a:r>
            <a:r>
              <a:rPr lang="en-US" dirty="0"/>
              <a:t> </a:t>
            </a:r>
            <a:r>
              <a:rPr lang="en-US" dirty="0" err="1"/>
              <a:t>bại</a:t>
            </a:r>
            <a:r>
              <a:rPr lang="en-US" dirty="0"/>
              <a:t>) hay </a:t>
            </a:r>
            <a:r>
              <a:rPr lang="en-US" dirty="0" err="1"/>
              <a:t>là</a:t>
            </a:r>
            <a:r>
              <a:rPr lang="en-US" dirty="0"/>
              <a:t> </a:t>
            </a:r>
            <a:r>
              <a:rPr lang="en-US" dirty="0" err="1"/>
              <a:t>thông</a:t>
            </a:r>
            <a:r>
              <a:rPr lang="en-US" dirty="0"/>
              <a:t> tin do Server </a:t>
            </a:r>
            <a:r>
              <a:rPr lang="en-US" dirty="0" err="1"/>
              <a:t>trả</a:t>
            </a:r>
            <a:r>
              <a:rPr lang="en-US" dirty="0"/>
              <a:t> </a:t>
            </a:r>
            <a:r>
              <a:rPr lang="en-US" dirty="0" err="1"/>
              <a:t>lời</a:t>
            </a:r>
            <a:r>
              <a:rPr lang="en-US" dirty="0"/>
              <a:t> </a:t>
            </a:r>
            <a:r>
              <a:rPr lang="en-US" dirty="0" err="1"/>
              <a:t>lại</a:t>
            </a:r>
            <a:r>
              <a:rPr lang="en-US" dirty="0"/>
              <a:t>  .. </a:t>
            </a:r>
          </a:p>
          <a:p>
            <a:r>
              <a:rPr lang="en-US" dirty="0" err="1"/>
              <a:t>Phía</a:t>
            </a:r>
            <a:r>
              <a:rPr lang="en-US" dirty="0"/>
              <a:t> Server : </a:t>
            </a:r>
          </a:p>
          <a:p>
            <a:pPr lvl="1"/>
            <a:r>
              <a:rPr lang="en-US" dirty="0" err="1"/>
              <a:t>Viết</a:t>
            </a:r>
            <a:r>
              <a:rPr lang="en-US" dirty="0"/>
              <a:t> </a:t>
            </a:r>
            <a:r>
              <a:rPr lang="en-US" dirty="0" err="1"/>
              <a:t>hàm</a:t>
            </a:r>
            <a:r>
              <a:rPr lang="en-US" dirty="0"/>
              <a:t> </a:t>
            </a:r>
            <a:r>
              <a:rPr lang="en-US" dirty="0" err="1"/>
              <a:t>xử</a:t>
            </a:r>
            <a:r>
              <a:rPr lang="en-US" dirty="0"/>
              <a:t> </a:t>
            </a:r>
            <a:r>
              <a:rPr lang="en-US" dirty="0" err="1"/>
              <a:t>lý</a:t>
            </a:r>
            <a:r>
              <a:rPr lang="en-US" dirty="0"/>
              <a:t> </a:t>
            </a:r>
            <a:r>
              <a:rPr lang="en-US" dirty="0" err="1"/>
              <a:t>các</a:t>
            </a:r>
            <a:r>
              <a:rPr lang="en-US" dirty="0"/>
              <a:t> </a:t>
            </a:r>
            <a:r>
              <a:rPr lang="en-US" dirty="0" err="1"/>
              <a:t>yêu</a:t>
            </a:r>
            <a:r>
              <a:rPr lang="en-US" dirty="0"/>
              <a:t> </a:t>
            </a:r>
            <a:r>
              <a:rPr lang="en-US" dirty="0" err="1"/>
              <a:t>cầu</a:t>
            </a:r>
            <a:r>
              <a:rPr lang="en-US" dirty="0"/>
              <a:t> (request) </a:t>
            </a:r>
            <a:r>
              <a:rPr lang="en-US" dirty="0" err="1"/>
              <a:t>từ</a:t>
            </a:r>
            <a:r>
              <a:rPr lang="en-US" dirty="0"/>
              <a:t> Client </a:t>
            </a:r>
            <a:r>
              <a:rPr lang="en-US" dirty="0" err="1"/>
              <a:t>gửi</a:t>
            </a:r>
            <a:r>
              <a:rPr lang="en-US" dirty="0"/>
              <a:t> </a:t>
            </a:r>
            <a:r>
              <a:rPr lang="en-US" dirty="0" err="1"/>
              <a:t>đến</a:t>
            </a:r>
            <a:r>
              <a:rPr lang="en-US" dirty="0"/>
              <a:t>. </a:t>
            </a:r>
          </a:p>
        </p:txBody>
      </p:sp>
      <p:sp>
        <p:nvSpPr>
          <p:cNvPr id="4" name="Slide Number Placeholder 3"/>
          <p:cNvSpPr>
            <a:spLocks noGrp="1"/>
          </p:cNvSpPr>
          <p:nvPr>
            <p:ph type="sldNum" sz="quarter" idx="10"/>
          </p:nvPr>
        </p:nvSpPr>
        <p:spPr/>
        <p:txBody>
          <a:bodyPr/>
          <a:lstStyle/>
          <a:p>
            <a:fld id="{FD4BB625-6399-40EF-8D3C-B968FF32E6CB}" type="slidenum">
              <a:rPr lang="en-US" smtClean="0"/>
              <a:t>11</a:t>
            </a:fld>
            <a:endParaRPr lang="en-US"/>
          </a:p>
        </p:txBody>
      </p:sp>
    </p:spTree>
    <p:extLst>
      <p:ext uri="{BB962C8B-B14F-4D97-AF65-F5344CB8AC3E}">
        <p14:creationId xmlns:p14="http://schemas.microsoft.com/office/powerpoint/2010/main" val="23126502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3.1. C</a:t>
            </a:r>
            <a:r>
              <a:rPr lang="vi-VN" dirty="0"/>
              <a:t>ác bước cài đặt Ajax đơn giản</a:t>
            </a:r>
            <a:endParaRPr lang="en-US" dirty="0"/>
          </a:p>
        </p:txBody>
      </p:sp>
      <p:sp>
        <p:nvSpPr>
          <p:cNvPr id="3" name="Content Placeholder 2"/>
          <p:cNvSpPr>
            <a:spLocks noGrp="1"/>
          </p:cNvSpPr>
          <p:nvPr>
            <p:ph idx="1"/>
          </p:nvPr>
        </p:nvSpPr>
        <p:spPr>
          <a:xfrm>
            <a:off x="831852" y="1370014"/>
            <a:ext cx="10367433" cy="4913220"/>
          </a:xfrm>
        </p:spPr>
        <p:txBody>
          <a:bodyPr/>
          <a:lstStyle/>
          <a:p>
            <a:r>
              <a:rPr lang="en-US" dirty="0" err="1"/>
              <a:t>Viết</a:t>
            </a:r>
            <a:r>
              <a:rPr lang="en-US" dirty="0"/>
              <a:t> </a:t>
            </a:r>
            <a:r>
              <a:rPr lang="en-US" dirty="0" err="1"/>
              <a:t>hàm</a:t>
            </a:r>
            <a:r>
              <a:rPr lang="en-US" dirty="0"/>
              <a:t> </a:t>
            </a:r>
            <a:r>
              <a:rPr lang="en-US" dirty="0" err="1"/>
              <a:t>tạo</a:t>
            </a:r>
            <a:r>
              <a:rPr lang="en-US" dirty="0"/>
              <a:t> </a:t>
            </a:r>
            <a:r>
              <a:rPr lang="en-US" dirty="0" err="1"/>
              <a:t>đối</a:t>
            </a:r>
            <a:r>
              <a:rPr lang="en-US" dirty="0"/>
              <a:t> </a:t>
            </a:r>
            <a:r>
              <a:rPr lang="en-US" dirty="0" err="1"/>
              <a:t>tượng</a:t>
            </a:r>
            <a:r>
              <a:rPr lang="en-US" dirty="0"/>
              <a:t> </a:t>
            </a:r>
            <a:r>
              <a:rPr lang="en-US" dirty="0" err="1"/>
              <a:t>XMLHttpRequest</a:t>
            </a:r>
            <a:r>
              <a:rPr lang="en-US" dirty="0"/>
              <a:t>. </a:t>
            </a:r>
          </a:p>
          <a:p>
            <a:r>
              <a:rPr lang="vi-VN" dirty="0"/>
              <a:t>Để bắt đầu viết một ứng dụng web dùng công nghệ Ajax, ta phải khởi tạo đối tượng XMLHttpRequest</a:t>
            </a:r>
            <a:r>
              <a:rPr lang="en-US" dirty="0"/>
              <a:t> </a:t>
            </a:r>
            <a:r>
              <a:rPr lang="en-US" dirty="0" err="1"/>
              <a:t>dùng</a:t>
            </a:r>
            <a:r>
              <a:rPr lang="en-US" dirty="0"/>
              <a:t> </a:t>
            </a:r>
            <a:r>
              <a:rPr lang="vi-VN" dirty="0"/>
              <a:t>để gởi request đến Server và lấy response từ Server. </a:t>
            </a:r>
            <a:endParaRPr lang="en-US" dirty="0"/>
          </a:p>
          <a:p>
            <a:r>
              <a:rPr lang="vi-VN" dirty="0"/>
              <a:t>Tùy trình duyệt mà ta có các cách khởi tạo đối tượng XMLHttpRequest khác nhau. </a:t>
            </a:r>
            <a:endParaRPr lang="en-US" dirty="0"/>
          </a:p>
          <a:p>
            <a:r>
              <a:rPr lang="vi-VN" dirty="0"/>
              <a:t>Cơ bản ta có 2 loại trình duyệt:  </a:t>
            </a:r>
            <a:endParaRPr lang="en-US" dirty="0"/>
          </a:p>
          <a:p>
            <a:pPr lvl="1"/>
            <a:r>
              <a:rPr lang="vi-VN" dirty="0"/>
              <a:t>Internet Explorer. </a:t>
            </a:r>
            <a:endParaRPr lang="en-US" dirty="0"/>
          </a:p>
          <a:p>
            <a:pPr lvl="1"/>
            <a:r>
              <a:rPr lang="vi-VN" dirty="0"/>
              <a:t>Mozilla, Firefox, and Netscape Navigator.</a:t>
            </a:r>
            <a:endParaRPr lang="en-US" dirty="0"/>
          </a:p>
        </p:txBody>
      </p:sp>
      <p:sp>
        <p:nvSpPr>
          <p:cNvPr id="4" name="Slide Number Placeholder 3"/>
          <p:cNvSpPr>
            <a:spLocks noGrp="1"/>
          </p:cNvSpPr>
          <p:nvPr>
            <p:ph type="sldNum" sz="quarter" idx="10"/>
          </p:nvPr>
        </p:nvSpPr>
        <p:spPr/>
        <p:txBody>
          <a:bodyPr/>
          <a:lstStyle/>
          <a:p>
            <a:fld id="{FD4BB625-6399-40EF-8D3C-B968FF32E6CB}" type="slidenum">
              <a:rPr lang="en-US" smtClean="0"/>
              <a:t>12</a:t>
            </a:fld>
            <a:endParaRPr lang="en-US"/>
          </a:p>
        </p:txBody>
      </p:sp>
    </p:spTree>
    <p:extLst>
      <p:ext uri="{BB962C8B-B14F-4D97-AF65-F5344CB8AC3E}">
        <p14:creationId xmlns:p14="http://schemas.microsoft.com/office/powerpoint/2010/main" val="39020108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Tạo</a:t>
            </a:r>
            <a:r>
              <a:rPr lang="en-US" dirty="0"/>
              <a:t> </a:t>
            </a:r>
            <a:r>
              <a:rPr lang="en-US" dirty="0" err="1"/>
              <a:t>đối</a:t>
            </a:r>
            <a:r>
              <a:rPr lang="en-US" dirty="0"/>
              <a:t> </a:t>
            </a:r>
            <a:r>
              <a:rPr lang="en-US" dirty="0" err="1"/>
              <a:t>tượng</a:t>
            </a:r>
            <a:r>
              <a:rPr lang="en-US" dirty="0"/>
              <a:t> </a:t>
            </a:r>
            <a:r>
              <a:rPr lang="en-US" dirty="0" err="1"/>
              <a:t>XMLHttpRequest</a:t>
            </a:r>
            <a:endParaRPr lang="en-US" dirty="0"/>
          </a:p>
        </p:txBody>
      </p:sp>
      <p:sp>
        <p:nvSpPr>
          <p:cNvPr id="3" name="Content Placeholder 2"/>
          <p:cNvSpPr>
            <a:spLocks noGrp="1"/>
          </p:cNvSpPr>
          <p:nvPr>
            <p:ph idx="1"/>
          </p:nvPr>
        </p:nvSpPr>
        <p:spPr>
          <a:xfrm>
            <a:off x="831852" y="1370014"/>
            <a:ext cx="10367433" cy="4913220"/>
          </a:xfrm>
        </p:spPr>
        <p:txBody>
          <a:bodyPr/>
          <a:lstStyle/>
          <a:p>
            <a:r>
              <a:rPr lang="en-US" dirty="0"/>
              <a:t> </a:t>
            </a:r>
            <a:r>
              <a:rPr lang="en-US" dirty="0" err="1"/>
              <a:t>Khởi</a:t>
            </a:r>
            <a:r>
              <a:rPr lang="en-US" dirty="0"/>
              <a:t> </a:t>
            </a:r>
            <a:r>
              <a:rPr lang="en-US" dirty="0" err="1"/>
              <a:t>tạo</a:t>
            </a:r>
            <a:r>
              <a:rPr lang="en-US" dirty="0"/>
              <a:t> </a:t>
            </a:r>
            <a:r>
              <a:rPr lang="en-US" dirty="0" err="1"/>
              <a:t>đối</a:t>
            </a:r>
            <a:r>
              <a:rPr lang="en-US" dirty="0"/>
              <a:t> </a:t>
            </a:r>
            <a:r>
              <a:rPr lang="en-US" dirty="0" err="1"/>
              <a:t>tượng</a:t>
            </a:r>
            <a:r>
              <a:rPr lang="en-US" dirty="0"/>
              <a:t> </a:t>
            </a:r>
            <a:r>
              <a:rPr lang="en-US" dirty="0" err="1"/>
              <a:t>XMLHttpRequest</a:t>
            </a:r>
            <a:r>
              <a:rPr lang="en-US" dirty="0"/>
              <a:t> </a:t>
            </a:r>
            <a:r>
              <a:rPr lang="en-US" dirty="0" err="1"/>
              <a:t>đối</a:t>
            </a:r>
            <a:r>
              <a:rPr lang="en-US" dirty="0"/>
              <a:t> </a:t>
            </a:r>
            <a:r>
              <a:rPr lang="en-US" dirty="0" err="1"/>
              <a:t>với</a:t>
            </a:r>
            <a:r>
              <a:rPr lang="en-US" dirty="0"/>
              <a:t> Internet Explorer browser</a:t>
            </a:r>
          </a:p>
          <a:p>
            <a:r>
              <a:rPr lang="vi-VN" dirty="0"/>
              <a:t>IE dùng đối tượng ActiveXObject để khởi tạo. </a:t>
            </a:r>
            <a:endParaRPr lang="en-US" dirty="0"/>
          </a:p>
          <a:p>
            <a:r>
              <a:rPr lang="vi-VN" dirty="0"/>
              <a:t>Do đó, trước hết phải kiểm tra đối tượng ActiveXObject có tồn tại hay không, ta thực hiện như sau:   </a:t>
            </a:r>
            <a:endParaRPr lang="en-US" dirty="0"/>
          </a:p>
          <a:p>
            <a:pPr lvl="1"/>
            <a:r>
              <a:rPr lang="vi-VN" dirty="0">
                <a:solidFill>
                  <a:schemeClr val="accent1">
                    <a:lumMod val="75000"/>
                  </a:schemeClr>
                </a:solidFill>
              </a:rPr>
              <a:t>if (window.ActiveXObject) // nếu true thì là IE </a:t>
            </a:r>
            <a:endParaRPr lang="en-US" dirty="0">
              <a:solidFill>
                <a:schemeClr val="accent1">
                  <a:lumMod val="75000"/>
                </a:schemeClr>
              </a:solidFill>
            </a:endParaRPr>
          </a:p>
          <a:p>
            <a:r>
              <a:rPr lang="vi-VN" dirty="0"/>
              <a:t>Ta bắt đầu khỏi tạo đối tượng XMLHttpRequest với ActiveXObject:</a:t>
            </a:r>
            <a:endParaRPr lang="en-US" dirty="0"/>
          </a:p>
          <a:p>
            <a:pPr lvl="1"/>
            <a:r>
              <a:rPr lang="vi-VN" dirty="0">
                <a:solidFill>
                  <a:schemeClr val="accent1">
                    <a:lumMod val="75000"/>
                  </a:schemeClr>
                </a:solidFill>
              </a:rPr>
              <a:t>XHRObject = new  ActiveXObject(“Microsoft.XMLHTTP”); </a:t>
            </a:r>
            <a:endParaRPr lang="en-US" dirty="0">
              <a:solidFill>
                <a:schemeClr val="accent1">
                  <a:lumMod val="75000"/>
                </a:schemeClr>
              </a:solidFill>
            </a:endParaRPr>
          </a:p>
        </p:txBody>
      </p:sp>
      <p:sp>
        <p:nvSpPr>
          <p:cNvPr id="4" name="Slide Number Placeholder 3"/>
          <p:cNvSpPr>
            <a:spLocks noGrp="1"/>
          </p:cNvSpPr>
          <p:nvPr>
            <p:ph type="sldNum" sz="quarter" idx="10"/>
          </p:nvPr>
        </p:nvSpPr>
        <p:spPr/>
        <p:txBody>
          <a:bodyPr/>
          <a:lstStyle/>
          <a:p>
            <a:fld id="{FD4BB625-6399-40EF-8D3C-B968FF32E6CB}" type="slidenum">
              <a:rPr lang="en-US" smtClean="0"/>
              <a:t>13</a:t>
            </a:fld>
            <a:endParaRPr lang="en-US"/>
          </a:p>
        </p:txBody>
      </p:sp>
    </p:spTree>
    <p:extLst>
      <p:ext uri="{BB962C8B-B14F-4D97-AF65-F5344CB8AC3E}">
        <p14:creationId xmlns:p14="http://schemas.microsoft.com/office/powerpoint/2010/main" val="10392129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Tạo</a:t>
            </a:r>
            <a:r>
              <a:rPr lang="en-US" dirty="0"/>
              <a:t> </a:t>
            </a:r>
            <a:r>
              <a:rPr lang="en-US" dirty="0" err="1"/>
              <a:t>đối</a:t>
            </a:r>
            <a:r>
              <a:rPr lang="en-US" dirty="0"/>
              <a:t> </a:t>
            </a:r>
            <a:r>
              <a:rPr lang="en-US" dirty="0" err="1"/>
              <a:t>tượng</a:t>
            </a:r>
            <a:r>
              <a:rPr lang="en-US" dirty="0"/>
              <a:t> </a:t>
            </a:r>
            <a:r>
              <a:rPr lang="en-US" dirty="0" err="1"/>
              <a:t>XMLHttpRequest</a:t>
            </a:r>
            <a:endParaRPr lang="en-US" dirty="0"/>
          </a:p>
        </p:txBody>
      </p:sp>
      <p:sp>
        <p:nvSpPr>
          <p:cNvPr id="3" name="Content Placeholder 2"/>
          <p:cNvSpPr>
            <a:spLocks noGrp="1"/>
          </p:cNvSpPr>
          <p:nvPr>
            <p:ph idx="1"/>
          </p:nvPr>
        </p:nvSpPr>
        <p:spPr>
          <a:xfrm>
            <a:off x="831852" y="1370014"/>
            <a:ext cx="10367433" cy="4913220"/>
          </a:xfrm>
        </p:spPr>
        <p:txBody>
          <a:bodyPr/>
          <a:lstStyle/>
          <a:p>
            <a:r>
              <a:rPr lang="vi-VN" dirty="0"/>
              <a:t>Khởi tạo đối t</a:t>
            </a:r>
            <a:r>
              <a:rPr lang="en-US" dirty="0"/>
              <a:t>ư</a:t>
            </a:r>
            <a:r>
              <a:rPr lang="vi-VN" dirty="0"/>
              <a:t>ợng XMLHttpRequest đối với các browser khác: </a:t>
            </a:r>
            <a:endParaRPr lang="en-US" dirty="0"/>
          </a:p>
          <a:p>
            <a:r>
              <a:rPr lang="vi-VN" dirty="0"/>
              <a:t>Các trình duyệt khác dùng đối tượng XMLHttpRequest để khởi tạo. </a:t>
            </a:r>
            <a:endParaRPr lang="en-US" dirty="0"/>
          </a:p>
          <a:p>
            <a:r>
              <a:rPr lang="vi-VN" dirty="0"/>
              <a:t>Trước tiên phải kiểm tra đối tượng XMLHttpRequest có tồn tại hay không, ta thực hiện như sau:  </a:t>
            </a:r>
            <a:endParaRPr lang="en-US" dirty="0"/>
          </a:p>
          <a:p>
            <a:pPr lvl="1"/>
            <a:r>
              <a:rPr lang="vi-VN" dirty="0">
                <a:solidFill>
                  <a:schemeClr val="accent1">
                    <a:lumMod val="75000"/>
                  </a:schemeClr>
                </a:solidFill>
              </a:rPr>
              <a:t>if (window.XMLHttpRequest) // nếu true thì không phải IE </a:t>
            </a:r>
            <a:endParaRPr lang="en-US" dirty="0">
              <a:solidFill>
                <a:schemeClr val="accent1">
                  <a:lumMod val="75000"/>
                </a:schemeClr>
              </a:solidFill>
            </a:endParaRPr>
          </a:p>
          <a:p>
            <a:r>
              <a:rPr lang="vi-VN" dirty="0"/>
              <a:t>Sau đó khởi tạo đối tượng XMLHttpRequest:    </a:t>
            </a:r>
            <a:endParaRPr lang="en-US" dirty="0">
              <a:solidFill>
                <a:schemeClr val="accent1">
                  <a:lumMod val="75000"/>
                </a:schemeClr>
              </a:solidFill>
            </a:endParaRPr>
          </a:p>
          <a:p>
            <a:pPr lvl="1"/>
            <a:r>
              <a:rPr lang="vi-VN" dirty="0">
                <a:solidFill>
                  <a:schemeClr val="accent1">
                    <a:lumMod val="75000"/>
                  </a:schemeClr>
                </a:solidFill>
              </a:rPr>
              <a:t>XHRObject = new XMLHttpRequest(); </a:t>
            </a:r>
            <a:endParaRPr lang="en-US" dirty="0">
              <a:solidFill>
                <a:schemeClr val="accent1">
                  <a:lumMod val="75000"/>
                </a:schemeClr>
              </a:solidFill>
            </a:endParaRPr>
          </a:p>
        </p:txBody>
      </p:sp>
      <p:sp>
        <p:nvSpPr>
          <p:cNvPr id="4" name="Slide Number Placeholder 3"/>
          <p:cNvSpPr>
            <a:spLocks noGrp="1"/>
          </p:cNvSpPr>
          <p:nvPr>
            <p:ph type="sldNum" sz="quarter" idx="10"/>
          </p:nvPr>
        </p:nvSpPr>
        <p:spPr/>
        <p:txBody>
          <a:bodyPr/>
          <a:lstStyle/>
          <a:p>
            <a:fld id="{FD4BB625-6399-40EF-8D3C-B968FF32E6CB}" type="slidenum">
              <a:rPr lang="en-US" smtClean="0"/>
              <a:t>14</a:t>
            </a:fld>
            <a:endParaRPr lang="en-US"/>
          </a:p>
        </p:txBody>
      </p:sp>
    </p:spTree>
    <p:extLst>
      <p:ext uri="{BB962C8B-B14F-4D97-AF65-F5344CB8AC3E}">
        <p14:creationId xmlns:p14="http://schemas.microsoft.com/office/powerpoint/2010/main" val="19365365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Tạo</a:t>
            </a:r>
            <a:r>
              <a:rPr lang="en-US" dirty="0"/>
              <a:t> </a:t>
            </a:r>
            <a:r>
              <a:rPr lang="en-US" dirty="0" err="1"/>
              <a:t>đối</a:t>
            </a:r>
            <a:r>
              <a:rPr lang="en-US" dirty="0"/>
              <a:t> </a:t>
            </a:r>
            <a:r>
              <a:rPr lang="en-US" dirty="0" err="1"/>
              <a:t>tượng</a:t>
            </a:r>
            <a:r>
              <a:rPr lang="en-US" dirty="0"/>
              <a:t> </a:t>
            </a:r>
            <a:r>
              <a:rPr lang="en-US" dirty="0" err="1"/>
              <a:t>XMLHttpRequest</a:t>
            </a:r>
            <a:endParaRPr lang="en-US" dirty="0"/>
          </a:p>
        </p:txBody>
      </p:sp>
      <p:sp>
        <p:nvSpPr>
          <p:cNvPr id="3" name="Content Placeholder 2"/>
          <p:cNvSpPr>
            <a:spLocks noGrp="1"/>
          </p:cNvSpPr>
          <p:nvPr>
            <p:ph idx="1"/>
          </p:nvPr>
        </p:nvSpPr>
        <p:spPr>
          <a:xfrm>
            <a:off x="831852" y="1528220"/>
            <a:ext cx="10367433" cy="3902075"/>
          </a:xfrm>
        </p:spPr>
        <p:txBody>
          <a:bodyPr/>
          <a:lstStyle/>
          <a:p>
            <a:r>
              <a:rPr lang="en-US" dirty="0"/>
              <a:t>Code </a:t>
            </a:r>
            <a:r>
              <a:rPr lang="en-US" dirty="0" err="1"/>
              <a:t>đầy</a:t>
            </a:r>
            <a:r>
              <a:rPr lang="en-US" dirty="0"/>
              <a:t> </a:t>
            </a:r>
            <a:r>
              <a:rPr lang="en-US" dirty="0" err="1"/>
              <a:t>đủ</a:t>
            </a:r>
            <a:r>
              <a:rPr lang="en-US" dirty="0"/>
              <a:t> </a:t>
            </a:r>
            <a:r>
              <a:rPr lang="en-US" dirty="0" err="1"/>
              <a:t>để</a:t>
            </a:r>
            <a:r>
              <a:rPr lang="en-US" dirty="0"/>
              <a:t> </a:t>
            </a:r>
            <a:r>
              <a:rPr lang="en-US" dirty="0" err="1"/>
              <a:t>khởi</a:t>
            </a:r>
            <a:r>
              <a:rPr lang="en-US" dirty="0"/>
              <a:t> </a:t>
            </a:r>
            <a:r>
              <a:rPr lang="en-US" dirty="0" err="1"/>
              <a:t>tạo</a:t>
            </a:r>
            <a:r>
              <a:rPr lang="en-US" dirty="0"/>
              <a:t> </a:t>
            </a:r>
            <a:r>
              <a:rPr lang="en-US" dirty="0" err="1"/>
              <a:t>XMLHttpRequest</a:t>
            </a:r>
            <a:r>
              <a:rPr lang="en-US" dirty="0"/>
              <a:t>: </a:t>
            </a:r>
          </a:p>
          <a:p>
            <a:r>
              <a:rPr lang="en-US" dirty="0" err="1">
                <a:solidFill>
                  <a:schemeClr val="accent1">
                    <a:lumMod val="75000"/>
                  </a:schemeClr>
                </a:solidFill>
              </a:rPr>
              <a:t>var</a:t>
            </a:r>
            <a:r>
              <a:rPr lang="en-US" dirty="0">
                <a:solidFill>
                  <a:schemeClr val="accent1">
                    <a:lumMod val="75000"/>
                  </a:schemeClr>
                </a:solidFill>
              </a:rPr>
              <a:t>  </a:t>
            </a:r>
            <a:r>
              <a:rPr lang="en-US" dirty="0" err="1">
                <a:solidFill>
                  <a:schemeClr val="accent1">
                    <a:lumMod val="75000"/>
                  </a:schemeClr>
                </a:solidFill>
              </a:rPr>
              <a:t>XHRObject</a:t>
            </a:r>
            <a:r>
              <a:rPr lang="en-US" dirty="0">
                <a:solidFill>
                  <a:schemeClr val="accent1">
                    <a:lumMod val="75000"/>
                  </a:schemeClr>
                </a:solidFill>
              </a:rPr>
              <a:t>; </a:t>
            </a:r>
          </a:p>
          <a:p>
            <a:r>
              <a:rPr lang="en-US" dirty="0">
                <a:solidFill>
                  <a:schemeClr val="accent1">
                    <a:lumMod val="75000"/>
                  </a:schemeClr>
                </a:solidFill>
              </a:rPr>
              <a:t>function </a:t>
            </a:r>
            <a:r>
              <a:rPr lang="en-US" dirty="0" err="1">
                <a:solidFill>
                  <a:schemeClr val="accent1">
                    <a:lumMod val="75000"/>
                  </a:schemeClr>
                </a:solidFill>
              </a:rPr>
              <a:t>CreateXMLHttpRequest</a:t>
            </a:r>
            <a:r>
              <a:rPr lang="en-US" dirty="0">
                <a:solidFill>
                  <a:schemeClr val="accent1">
                    <a:lumMod val="75000"/>
                  </a:schemeClr>
                </a:solidFill>
              </a:rPr>
              <a:t>() </a:t>
            </a:r>
          </a:p>
          <a:p>
            <a:r>
              <a:rPr lang="en-US" dirty="0">
                <a:solidFill>
                  <a:schemeClr val="accent1">
                    <a:lumMod val="75000"/>
                  </a:schemeClr>
                </a:solidFill>
              </a:rPr>
              <a:t>{  </a:t>
            </a:r>
          </a:p>
          <a:p>
            <a:pPr lvl="1"/>
            <a:r>
              <a:rPr lang="en-US" dirty="0">
                <a:solidFill>
                  <a:schemeClr val="accent1">
                    <a:lumMod val="75000"/>
                  </a:schemeClr>
                </a:solidFill>
              </a:rPr>
              <a:t>if ( </a:t>
            </a:r>
            <a:r>
              <a:rPr lang="en-US" dirty="0" err="1">
                <a:solidFill>
                  <a:schemeClr val="accent1">
                    <a:lumMod val="75000"/>
                  </a:schemeClr>
                </a:solidFill>
              </a:rPr>
              <a:t>window.ActiveXObject</a:t>
            </a:r>
            <a:r>
              <a:rPr lang="en-US" dirty="0">
                <a:solidFill>
                  <a:schemeClr val="accent1">
                    <a:lumMod val="75000"/>
                  </a:schemeClr>
                </a:solidFill>
              </a:rPr>
              <a:t> )  //</a:t>
            </a:r>
            <a:r>
              <a:rPr lang="en-US" dirty="0" err="1">
                <a:solidFill>
                  <a:schemeClr val="accent1">
                    <a:lumMod val="75000"/>
                  </a:schemeClr>
                </a:solidFill>
              </a:rPr>
              <a:t>nếu</a:t>
            </a:r>
            <a:r>
              <a:rPr lang="en-US" dirty="0">
                <a:solidFill>
                  <a:schemeClr val="accent1">
                    <a:lumMod val="75000"/>
                  </a:schemeClr>
                </a:solidFill>
              </a:rPr>
              <a:t> </a:t>
            </a:r>
            <a:r>
              <a:rPr lang="en-US" dirty="0" err="1">
                <a:solidFill>
                  <a:schemeClr val="accent1">
                    <a:lumMod val="75000"/>
                  </a:schemeClr>
                </a:solidFill>
              </a:rPr>
              <a:t>là</a:t>
            </a:r>
            <a:r>
              <a:rPr lang="en-US" dirty="0">
                <a:solidFill>
                  <a:schemeClr val="accent1">
                    <a:lumMod val="75000"/>
                  </a:schemeClr>
                </a:solidFill>
              </a:rPr>
              <a:t> IE        </a:t>
            </a:r>
          </a:p>
          <a:p>
            <a:pPr lvl="1"/>
            <a:r>
              <a:rPr lang="en-US" dirty="0" err="1">
                <a:solidFill>
                  <a:schemeClr val="accent1">
                    <a:lumMod val="75000"/>
                  </a:schemeClr>
                </a:solidFill>
              </a:rPr>
              <a:t>XHRObject</a:t>
            </a:r>
            <a:r>
              <a:rPr lang="en-US" dirty="0">
                <a:solidFill>
                  <a:schemeClr val="accent1">
                    <a:lumMod val="75000"/>
                  </a:schemeClr>
                </a:solidFill>
              </a:rPr>
              <a:t>=new </a:t>
            </a:r>
            <a:r>
              <a:rPr lang="en-US" dirty="0" err="1">
                <a:solidFill>
                  <a:schemeClr val="accent1">
                    <a:lumMod val="75000"/>
                  </a:schemeClr>
                </a:solidFill>
              </a:rPr>
              <a:t>ctiveXObject</a:t>
            </a:r>
            <a:r>
              <a:rPr lang="en-US" dirty="0">
                <a:solidFill>
                  <a:schemeClr val="accent1">
                    <a:lumMod val="75000"/>
                  </a:schemeClr>
                </a:solidFill>
              </a:rPr>
              <a:t>(“</a:t>
            </a:r>
            <a:r>
              <a:rPr lang="en-US" dirty="0" err="1">
                <a:solidFill>
                  <a:schemeClr val="accent1">
                    <a:lumMod val="75000"/>
                  </a:schemeClr>
                </a:solidFill>
              </a:rPr>
              <a:t>Microsoft.XMLHTTP</a:t>
            </a:r>
            <a:r>
              <a:rPr lang="en-US" dirty="0">
                <a:solidFill>
                  <a:schemeClr val="accent1">
                    <a:lumMod val="75000"/>
                  </a:schemeClr>
                </a:solidFill>
              </a:rPr>
              <a:t>”);  </a:t>
            </a:r>
          </a:p>
          <a:p>
            <a:pPr lvl="1"/>
            <a:r>
              <a:rPr lang="en-US" dirty="0">
                <a:solidFill>
                  <a:schemeClr val="accent1">
                    <a:lumMod val="75000"/>
                  </a:schemeClr>
                </a:solidFill>
              </a:rPr>
              <a:t>else if ( </a:t>
            </a:r>
            <a:r>
              <a:rPr lang="en-US" dirty="0" err="1">
                <a:solidFill>
                  <a:schemeClr val="accent1">
                    <a:lumMod val="75000"/>
                  </a:schemeClr>
                </a:solidFill>
              </a:rPr>
              <a:t>window.XMLHttpRequest</a:t>
            </a:r>
            <a:r>
              <a:rPr lang="en-US" dirty="0">
                <a:solidFill>
                  <a:schemeClr val="accent1">
                    <a:lumMod val="75000"/>
                  </a:schemeClr>
                </a:solidFill>
              </a:rPr>
              <a:t> )  //Mozilla, </a:t>
            </a:r>
            <a:r>
              <a:rPr lang="en-US" dirty="0" err="1">
                <a:solidFill>
                  <a:schemeClr val="accent1">
                    <a:lumMod val="75000"/>
                  </a:schemeClr>
                </a:solidFill>
              </a:rPr>
              <a:t>FireFox</a:t>
            </a:r>
            <a:r>
              <a:rPr lang="en-US" dirty="0">
                <a:solidFill>
                  <a:schemeClr val="accent1">
                    <a:lumMod val="75000"/>
                  </a:schemeClr>
                </a:solidFill>
              </a:rPr>
              <a:t>,….       </a:t>
            </a:r>
          </a:p>
          <a:p>
            <a:pPr lvl="1"/>
            <a:r>
              <a:rPr lang="en-US" dirty="0">
                <a:solidFill>
                  <a:schemeClr val="accent1">
                    <a:lumMod val="75000"/>
                  </a:schemeClr>
                </a:solidFill>
              </a:rPr>
              <a:t> </a:t>
            </a:r>
            <a:r>
              <a:rPr lang="en-US" dirty="0" err="1">
                <a:solidFill>
                  <a:schemeClr val="accent1">
                    <a:lumMod val="75000"/>
                  </a:schemeClr>
                </a:solidFill>
              </a:rPr>
              <a:t>XHRObject</a:t>
            </a:r>
            <a:r>
              <a:rPr lang="en-US" dirty="0">
                <a:solidFill>
                  <a:schemeClr val="accent1">
                    <a:lumMod val="75000"/>
                  </a:schemeClr>
                </a:solidFill>
              </a:rPr>
              <a:t> = new </a:t>
            </a:r>
            <a:r>
              <a:rPr lang="en-US" dirty="0" err="1">
                <a:solidFill>
                  <a:schemeClr val="accent1">
                    <a:lumMod val="75000"/>
                  </a:schemeClr>
                </a:solidFill>
              </a:rPr>
              <a:t>XMLHttpRequest</a:t>
            </a:r>
            <a:r>
              <a:rPr lang="en-US" dirty="0">
                <a:solidFill>
                  <a:schemeClr val="accent1">
                    <a:lumMod val="75000"/>
                  </a:schemeClr>
                </a:solidFill>
              </a:rPr>
              <a:t>(); </a:t>
            </a:r>
          </a:p>
          <a:p>
            <a:r>
              <a:rPr lang="en-US" dirty="0">
                <a:solidFill>
                  <a:schemeClr val="accent1">
                    <a:lumMod val="75000"/>
                  </a:schemeClr>
                </a:solidFill>
              </a:rPr>
              <a:t>}</a:t>
            </a:r>
          </a:p>
        </p:txBody>
      </p:sp>
      <p:sp>
        <p:nvSpPr>
          <p:cNvPr id="4" name="Slide Number Placeholder 3"/>
          <p:cNvSpPr>
            <a:spLocks noGrp="1"/>
          </p:cNvSpPr>
          <p:nvPr>
            <p:ph type="sldNum" sz="quarter" idx="10"/>
          </p:nvPr>
        </p:nvSpPr>
        <p:spPr/>
        <p:txBody>
          <a:bodyPr/>
          <a:lstStyle/>
          <a:p>
            <a:fld id="{FD4BB625-6399-40EF-8D3C-B968FF32E6CB}" type="slidenum">
              <a:rPr lang="en-US" smtClean="0"/>
              <a:t>15</a:t>
            </a:fld>
            <a:endParaRPr lang="en-US"/>
          </a:p>
        </p:txBody>
      </p:sp>
    </p:spTree>
    <p:extLst>
      <p:ext uri="{BB962C8B-B14F-4D97-AF65-F5344CB8AC3E}">
        <p14:creationId xmlns:p14="http://schemas.microsoft.com/office/powerpoint/2010/main" val="41039401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Viết</a:t>
            </a:r>
            <a:r>
              <a:rPr lang="en-US" dirty="0"/>
              <a:t> </a:t>
            </a:r>
            <a:r>
              <a:rPr lang="en-US" dirty="0" err="1"/>
              <a:t>hàm</a:t>
            </a:r>
            <a:r>
              <a:rPr lang="en-US" dirty="0"/>
              <a:t> </a:t>
            </a:r>
            <a:r>
              <a:rPr lang="en-US" dirty="0" err="1"/>
              <a:t>gởi</a:t>
            </a:r>
            <a:r>
              <a:rPr lang="en-US" dirty="0"/>
              <a:t> </a:t>
            </a:r>
            <a:r>
              <a:rPr lang="en-US" dirty="0" err="1"/>
              <a:t>yêu</a:t>
            </a:r>
            <a:r>
              <a:rPr lang="en-US" dirty="0"/>
              <a:t> </a:t>
            </a:r>
            <a:r>
              <a:rPr lang="en-US" dirty="0" err="1"/>
              <a:t>cầu</a:t>
            </a:r>
            <a:r>
              <a:rPr lang="en-US" dirty="0"/>
              <a:t> (request) </a:t>
            </a:r>
            <a:r>
              <a:rPr lang="en-US" dirty="0" err="1"/>
              <a:t>đến</a:t>
            </a:r>
            <a:r>
              <a:rPr lang="en-US" dirty="0"/>
              <a:t> Server</a:t>
            </a:r>
          </a:p>
        </p:txBody>
      </p:sp>
      <p:sp>
        <p:nvSpPr>
          <p:cNvPr id="3" name="Content Placeholder 2"/>
          <p:cNvSpPr>
            <a:spLocks noGrp="1"/>
          </p:cNvSpPr>
          <p:nvPr>
            <p:ph idx="1"/>
          </p:nvPr>
        </p:nvSpPr>
        <p:spPr>
          <a:xfrm>
            <a:off x="927464" y="1462906"/>
            <a:ext cx="10367433" cy="4781140"/>
          </a:xfrm>
        </p:spPr>
        <p:txBody>
          <a:bodyPr/>
          <a:lstStyle/>
          <a:p>
            <a:r>
              <a:rPr lang="en-US" dirty="0"/>
              <a:t>D</a:t>
            </a:r>
            <a:r>
              <a:rPr lang="vi-VN" dirty="0"/>
              <a:t>ùng các phương thức open(), send() và thuộc tính onreadystatechange của đối tượng XMLHttpRquest để thực hiện gởi request đến Server, ta thực hiện theo các bước sau :</a:t>
            </a:r>
            <a:endParaRPr lang="en-US" dirty="0"/>
          </a:p>
          <a:p>
            <a:r>
              <a:rPr lang="en-US" dirty="0" err="1"/>
              <a:t>Mở</a:t>
            </a:r>
            <a:r>
              <a:rPr lang="en-US" dirty="0"/>
              <a:t> </a:t>
            </a:r>
            <a:r>
              <a:rPr lang="en-US" dirty="0" err="1"/>
              <a:t>một</a:t>
            </a:r>
            <a:r>
              <a:rPr lang="en-US" dirty="0"/>
              <a:t> request </a:t>
            </a:r>
            <a:r>
              <a:rPr lang="en-US" dirty="0" err="1"/>
              <a:t>tới</a:t>
            </a:r>
            <a:r>
              <a:rPr lang="en-US" dirty="0"/>
              <a:t> server </a:t>
            </a:r>
            <a:r>
              <a:rPr lang="en-US" dirty="0" err="1"/>
              <a:t>bằng</a:t>
            </a:r>
            <a:r>
              <a:rPr lang="en-US" dirty="0"/>
              <a:t> </a:t>
            </a:r>
            <a:r>
              <a:rPr lang="en-US" dirty="0" err="1"/>
              <a:t>hàm</a:t>
            </a:r>
            <a:r>
              <a:rPr lang="en-US" dirty="0"/>
              <a:t> open():</a:t>
            </a:r>
          </a:p>
          <a:p>
            <a:r>
              <a:rPr lang="en-US" dirty="0">
                <a:solidFill>
                  <a:schemeClr val="accent1">
                    <a:lumMod val="75000"/>
                  </a:schemeClr>
                </a:solidFill>
              </a:rPr>
              <a:t>open(“</a:t>
            </a:r>
            <a:r>
              <a:rPr lang="en-US" dirty="0" err="1">
                <a:solidFill>
                  <a:schemeClr val="accent1">
                    <a:lumMod val="75000"/>
                  </a:schemeClr>
                </a:solidFill>
              </a:rPr>
              <a:t>method”,“URL</a:t>
            </a:r>
            <a:r>
              <a:rPr lang="en-US" dirty="0">
                <a:solidFill>
                  <a:schemeClr val="accent1">
                    <a:lumMod val="75000"/>
                  </a:schemeClr>
                </a:solidFill>
              </a:rPr>
              <a:t>”[,</a:t>
            </a:r>
            <a:r>
              <a:rPr lang="en-US" dirty="0" err="1">
                <a:solidFill>
                  <a:schemeClr val="accent1">
                    <a:lumMod val="75000"/>
                  </a:schemeClr>
                </a:solidFill>
              </a:rPr>
              <a:t>asyncFlag</a:t>
            </a:r>
            <a:r>
              <a:rPr lang="en-US" dirty="0">
                <a:solidFill>
                  <a:schemeClr val="accent1">
                    <a:lumMod val="75000"/>
                  </a:schemeClr>
                </a:solidFill>
              </a:rPr>
              <a:t>[,“</a:t>
            </a:r>
            <a:r>
              <a:rPr lang="en-US" dirty="0" err="1">
                <a:solidFill>
                  <a:schemeClr val="accent1">
                    <a:lumMod val="75000"/>
                  </a:schemeClr>
                </a:solidFill>
              </a:rPr>
              <a:t>userName</a:t>
            </a:r>
            <a:r>
              <a:rPr lang="en-US" dirty="0">
                <a:solidFill>
                  <a:schemeClr val="accent1">
                    <a:lumMod val="75000"/>
                  </a:schemeClr>
                </a:solidFill>
              </a:rPr>
              <a:t>”[,“password”]]])</a:t>
            </a:r>
          </a:p>
          <a:p>
            <a:r>
              <a:rPr lang="en-US" dirty="0" err="1">
                <a:solidFill>
                  <a:srgbClr val="C00000"/>
                </a:solidFill>
              </a:rPr>
              <a:t>Trong</a:t>
            </a:r>
            <a:r>
              <a:rPr lang="en-US" dirty="0">
                <a:solidFill>
                  <a:srgbClr val="C00000"/>
                </a:solidFill>
              </a:rPr>
              <a:t> </a:t>
            </a:r>
            <a:r>
              <a:rPr lang="en-US" dirty="0" err="1">
                <a:solidFill>
                  <a:srgbClr val="C00000"/>
                </a:solidFill>
              </a:rPr>
              <a:t>đó</a:t>
            </a:r>
            <a:r>
              <a:rPr lang="en-US" dirty="0">
                <a:solidFill>
                  <a:srgbClr val="C00000"/>
                </a:solidFill>
              </a:rPr>
              <a:t>:</a:t>
            </a:r>
          </a:p>
          <a:p>
            <a:pPr lvl="1"/>
            <a:r>
              <a:rPr lang="vi-VN" dirty="0"/>
              <a:t>method: Phương thức HTTP được dùng để mở một kết nối</a:t>
            </a:r>
            <a:r>
              <a:rPr lang="en-US" dirty="0"/>
              <a:t> (</a:t>
            </a:r>
            <a:r>
              <a:rPr lang="vi-VN" dirty="0"/>
              <a:t>GET hoặc POST</a:t>
            </a:r>
            <a:r>
              <a:rPr lang="en-US" dirty="0"/>
              <a:t>)</a:t>
            </a:r>
            <a:r>
              <a:rPr lang="vi-VN" dirty="0"/>
              <a:t> </a:t>
            </a:r>
            <a:endParaRPr lang="en-US" dirty="0"/>
          </a:p>
          <a:p>
            <a:pPr lvl="2"/>
            <a:r>
              <a:rPr lang="vi-VN" dirty="0"/>
              <a:t>GET: dùng để lấy dữ liệu từ phía Server mà không cần send bất kì thông tin nào lên Server. Mặc khác giao thức này cached tất cả thông tin trả về từ web Server, cho nên những lần sau khi cần lấy dữ liệu cũ thì sẽ giảm thiểu việc truyền thông tin qua mạng bằng cách lấy dữ liệu từ cached.</a:t>
            </a:r>
            <a:endParaRPr lang="en-US" dirty="0"/>
          </a:p>
        </p:txBody>
      </p:sp>
      <p:sp>
        <p:nvSpPr>
          <p:cNvPr id="4" name="Slide Number Placeholder 3"/>
          <p:cNvSpPr>
            <a:spLocks noGrp="1"/>
          </p:cNvSpPr>
          <p:nvPr>
            <p:ph type="sldNum" sz="quarter" idx="10"/>
          </p:nvPr>
        </p:nvSpPr>
        <p:spPr/>
        <p:txBody>
          <a:bodyPr/>
          <a:lstStyle/>
          <a:p>
            <a:fld id="{FD4BB625-6399-40EF-8D3C-B968FF32E6CB}" type="slidenum">
              <a:rPr lang="en-US" smtClean="0"/>
              <a:t>16</a:t>
            </a:fld>
            <a:endParaRPr lang="en-US"/>
          </a:p>
        </p:txBody>
      </p:sp>
    </p:spTree>
    <p:extLst>
      <p:ext uri="{BB962C8B-B14F-4D97-AF65-F5344CB8AC3E}">
        <p14:creationId xmlns:p14="http://schemas.microsoft.com/office/powerpoint/2010/main" val="27952760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Viết</a:t>
            </a:r>
            <a:r>
              <a:rPr lang="en-US" dirty="0"/>
              <a:t> </a:t>
            </a:r>
            <a:r>
              <a:rPr lang="en-US" dirty="0" err="1"/>
              <a:t>hàm</a:t>
            </a:r>
            <a:r>
              <a:rPr lang="en-US" dirty="0"/>
              <a:t> </a:t>
            </a:r>
            <a:r>
              <a:rPr lang="en-US" dirty="0" err="1"/>
              <a:t>gởi</a:t>
            </a:r>
            <a:r>
              <a:rPr lang="en-US" dirty="0"/>
              <a:t> </a:t>
            </a:r>
            <a:r>
              <a:rPr lang="en-US" dirty="0" err="1"/>
              <a:t>yêu</a:t>
            </a:r>
            <a:r>
              <a:rPr lang="en-US" dirty="0"/>
              <a:t> </a:t>
            </a:r>
            <a:r>
              <a:rPr lang="en-US" dirty="0" err="1"/>
              <a:t>cầu</a:t>
            </a:r>
            <a:r>
              <a:rPr lang="en-US" dirty="0"/>
              <a:t> (request) </a:t>
            </a:r>
            <a:r>
              <a:rPr lang="en-US" dirty="0" err="1"/>
              <a:t>đến</a:t>
            </a:r>
            <a:r>
              <a:rPr lang="en-US" dirty="0"/>
              <a:t> Server</a:t>
            </a:r>
          </a:p>
        </p:txBody>
      </p:sp>
      <p:sp>
        <p:nvSpPr>
          <p:cNvPr id="3" name="Content Placeholder 2"/>
          <p:cNvSpPr>
            <a:spLocks noGrp="1"/>
          </p:cNvSpPr>
          <p:nvPr>
            <p:ph idx="1"/>
          </p:nvPr>
        </p:nvSpPr>
        <p:spPr>
          <a:xfrm>
            <a:off x="927464" y="1462906"/>
            <a:ext cx="10367433" cy="4781140"/>
          </a:xfrm>
        </p:spPr>
        <p:txBody>
          <a:bodyPr/>
          <a:lstStyle/>
          <a:p>
            <a:r>
              <a:rPr lang="vi-VN" sz="2100" dirty="0"/>
              <a:t>POST: Với giao thức này ta bắt buộc phải truyền thông tin từ Client lên Server trong khi gởi request, như : id=tên …</a:t>
            </a:r>
            <a:r>
              <a:rPr lang="en-US" sz="2100" dirty="0"/>
              <a:t>,</a:t>
            </a:r>
            <a:r>
              <a:rPr lang="vi-VN" sz="2100" dirty="0"/>
              <a:t>dữ liệu response từ Server sẽ không được cached. </a:t>
            </a:r>
            <a:endParaRPr lang="en-US" sz="2100" dirty="0"/>
          </a:p>
          <a:p>
            <a:r>
              <a:rPr lang="vi-VN" sz="2100" dirty="0"/>
              <a:t>URL: Đường dẫn URL request đến server  </a:t>
            </a:r>
            <a:endParaRPr lang="en-US" sz="2100" dirty="0"/>
          </a:p>
          <a:p>
            <a:r>
              <a:rPr lang="vi-VN" sz="2100" dirty="0"/>
              <a:t>asyncFlag: Cách gọi là đồng bộ hay bất đồng bộ, nếu asyncFlag = true: bất đồng bộ (asynchronous), ngược là là đồng bộ (synchronous). Mặc định asyncFlag = true  </a:t>
            </a:r>
            <a:endParaRPr lang="en-US" sz="2100" dirty="0"/>
          </a:p>
          <a:p>
            <a:r>
              <a:rPr lang="vi-VN" sz="2100" dirty="0"/>
              <a:t>userName: Tên đăng nhập tới Server (nếu server yêu cầu)  </a:t>
            </a:r>
            <a:endParaRPr lang="en-US" sz="2100" dirty="0"/>
          </a:p>
          <a:p>
            <a:r>
              <a:rPr lang="vi-VN" sz="2100" dirty="0"/>
              <a:t>password: Mật khẩu tới Server (nếu server yêu cầu)  </a:t>
            </a:r>
            <a:endParaRPr lang="en-US" sz="2100" dirty="0"/>
          </a:p>
          <a:p>
            <a:r>
              <a:rPr lang="vi-VN" sz="2100" dirty="0"/>
              <a:t>Lưu ý: các tham số trong cặp ngoặc [ ] là optional, nghĩa là có thể có hoặc không </a:t>
            </a:r>
            <a:endParaRPr lang="en-US" sz="2100" dirty="0"/>
          </a:p>
          <a:p>
            <a:r>
              <a:rPr lang="en-US" sz="2100" dirty="0"/>
              <a:t>V</a:t>
            </a:r>
            <a:r>
              <a:rPr lang="vi-VN" sz="2100" dirty="0"/>
              <a:t>í dụ : XHRObject.open(“GET”,”trang2.aspx”,true);   XHRObject.open(“POST”,”trang2.aspx”,true);    </a:t>
            </a:r>
            <a:endParaRPr lang="en-US" sz="2100" dirty="0"/>
          </a:p>
          <a:p>
            <a:r>
              <a:rPr lang="vi-VN" sz="2100" dirty="0"/>
              <a:t>(chú ý : GET và POST phải viết bằng chữ in hoa)</a:t>
            </a:r>
            <a:endParaRPr lang="en-US" sz="2100" dirty="0"/>
          </a:p>
        </p:txBody>
      </p:sp>
      <p:sp>
        <p:nvSpPr>
          <p:cNvPr id="4" name="Slide Number Placeholder 3"/>
          <p:cNvSpPr>
            <a:spLocks noGrp="1"/>
          </p:cNvSpPr>
          <p:nvPr>
            <p:ph type="sldNum" sz="quarter" idx="10"/>
          </p:nvPr>
        </p:nvSpPr>
        <p:spPr/>
        <p:txBody>
          <a:bodyPr/>
          <a:lstStyle/>
          <a:p>
            <a:fld id="{FD4BB625-6399-40EF-8D3C-B968FF32E6CB}" type="slidenum">
              <a:rPr lang="en-US" smtClean="0"/>
              <a:t>17</a:t>
            </a:fld>
            <a:endParaRPr lang="en-US"/>
          </a:p>
        </p:txBody>
      </p:sp>
    </p:spTree>
    <p:extLst>
      <p:ext uri="{BB962C8B-B14F-4D97-AF65-F5344CB8AC3E}">
        <p14:creationId xmlns:p14="http://schemas.microsoft.com/office/powerpoint/2010/main" val="41325534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Khai</a:t>
            </a:r>
            <a:r>
              <a:rPr lang="en-US" dirty="0"/>
              <a:t> </a:t>
            </a:r>
            <a:r>
              <a:rPr lang="en-US" dirty="0" err="1"/>
              <a:t>báo</a:t>
            </a:r>
            <a:r>
              <a:rPr lang="en-US" dirty="0"/>
              <a:t> </a:t>
            </a:r>
            <a:r>
              <a:rPr lang="en-US" dirty="0" err="1"/>
              <a:t>hàm</a:t>
            </a:r>
            <a:r>
              <a:rPr lang="en-US" dirty="0"/>
              <a:t> </a:t>
            </a:r>
            <a:r>
              <a:rPr lang="en-US" dirty="0" err="1"/>
              <a:t>sẽ</a:t>
            </a:r>
            <a:r>
              <a:rPr lang="en-US" dirty="0"/>
              <a:t> </a:t>
            </a:r>
            <a:r>
              <a:rPr lang="en-US" dirty="0" err="1"/>
              <a:t>xử</a:t>
            </a:r>
            <a:r>
              <a:rPr lang="en-US" dirty="0"/>
              <a:t> </a:t>
            </a:r>
            <a:r>
              <a:rPr lang="en-US" dirty="0" err="1"/>
              <a:t>lý</a:t>
            </a:r>
            <a:r>
              <a:rPr lang="en-US" dirty="0"/>
              <a:t> </a:t>
            </a:r>
            <a:r>
              <a:rPr lang="en-US" dirty="0" err="1"/>
              <a:t>dữ</a:t>
            </a:r>
            <a:r>
              <a:rPr lang="en-US" dirty="0"/>
              <a:t> </a:t>
            </a:r>
            <a:r>
              <a:rPr lang="en-US" dirty="0" err="1"/>
              <a:t>liệu</a:t>
            </a:r>
            <a:r>
              <a:rPr lang="en-US" dirty="0"/>
              <a:t> </a:t>
            </a:r>
            <a:r>
              <a:rPr lang="en-US" dirty="0" err="1"/>
              <a:t>trả</a:t>
            </a:r>
            <a:r>
              <a:rPr lang="en-US" dirty="0"/>
              <a:t> </a:t>
            </a:r>
            <a:r>
              <a:rPr lang="en-US" dirty="0" err="1"/>
              <a:t>về</a:t>
            </a:r>
            <a:r>
              <a:rPr lang="en-US" dirty="0"/>
              <a:t> </a:t>
            </a:r>
            <a:r>
              <a:rPr lang="en-US" dirty="0" err="1"/>
              <a:t>từ</a:t>
            </a:r>
            <a:r>
              <a:rPr lang="en-US" dirty="0"/>
              <a:t> Server</a:t>
            </a:r>
          </a:p>
        </p:txBody>
      </p:sp>
      <p:sp>
        <p:nvSpPr>
          <p:cNvPr id="3" name="Content Placeholder 2"/>
          <p:cNvSpPr>
            <a:spLocks noGrp="1"/>
          </p:cNvSpPr>
          <p:nvPr>
            <p:ph idx="1"/>
          </p:nvPr>
        </p:nvSpPr>
        <p:spPr/>
        <p:txBody>
          <a:bodyPr/>
          <a:lstStyle/>
          <a:p>
            <a:r>
              <a:rPr lang="en-US" dirty="0" err="1"/>
              <a:t>Sử</a:t>
            </a:r>
            <a:r>
              <a:rPr lang="en-US" dirty="0"/>
              <a:t> </a:t>
            </a:r>
            <a:r>
              <a:rPr lang="en-US" dirty="0" err="1"/>
              <a:t>dụng</a:t>
            </a:r>
            <a:r>
              <a:rPr lang="en-US" dirty="0"/>
              <a:t> </a:t>
            </a:r>
            <a:r>
              <a:rPr lang="vi-VN" dirty="0"/>
              <a:t>thuộc tính onreadystatechange :  </a:t>
            </a:r>
            <a:endParaRPr lang="en-US" dirty="0"/>
          </a:p>
          <a:p>
            <a:r>
              <a:rPr lang="vi-VN" dirty="0">
                <a:solidFill>
                  <a:schemeClr val="tx2">
                    <a:lumMod val="75000"/>
                  </a:schemeClr>
                </a:solidFill>
              </a:rPr>
              <a:t>XHRObject.onreadystatechange = handleStateChanged</a:t>
            </a:r>
            <a:r>
              <a:rPr lang="vi-VN" dirty="0"/>
              <a:t>;  </a:t>
            </a:r>
            <a:endParaRPr lang="en-US" dirty="0"/>
          </a:p>
          <a:p>
            <a:r>
              <a:rPr lang="vi-VN" dirty="0"/>
              <a:t>Ta có thể đặt </a:t>
            </a:r>
            <a:r>
              <a:rPr lang="vi-VN" dirty="0">
                <a:solidFill>
                  <a:schemeClr val="tx2">
                    <a:lumMod val="75000"/>
                  </a:schemeClr>
                </a:solidFill>
              </a:rPr>
              <a:t>handleStateChanged</a:t>
            </a:r>
            <a:r>
              <a:rPr lang="vi-VN" dirty="0"/>
              <a:t> thành một tên khác bất kỳ .Đây là một con trỏ sẽ trỏ tới hàm có tên tương ứng để xử lý dữ liệu khi Server response lại</a:t>
            </a:r>
            <a:endParaRPr lang="en-US" dirty="0"/>
          </a:p>
        </p:txBody>
      </p:sp>
      <p:sp>
        <p:nvSpPr>
          <p:cNvPr id="4" name="Slide Number Placeholder 3"/>
          <p:cNvSpPr>
            <a:spLocks noGrp="1"/>
          </p:cNvSpPr>
          <p:nvPr>
            <p:ph type="sldNum" sz="quarter" idx="10"/>
          </p:nvPr>
        </p:nvSpPr>
        <p:spPr/>
        <p:txBody>
          <a:bodyPr/>
          <a:lstStyle/>
          <a:p>
            <a:fld id="{FD4BB625-6399-40EF-8D3C-B968FF32E6CB}" type="slidenum">
              <a:rPr lang="en-US" smtClean="0"/>
              <a:t>18</a:t>
            </a:fld>
            <a:endParaRPr lang="en-US"/>
          </a:p>
        </p:txBody>
      </p:sp>
    </p:spTree>
    <p:extLst>
      <p:ext uri="{BB962C8B-B14F-4D97-AF65-F5344CB8AC3E}">
        <p14:creationId xmlns:p14="http://schemas.microsoft.com/office/powerpoint/2010/main" val="13553810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Thực</a:t>
            </a:r>
            <a:r>
              <a:rPr lang="en-US" dirty="0"/>
              <a:t> </a:t>
            </a:r>
            <a:r>
              <a:rPr lang="en-US" dirty="0" err="1"/>
              <a:t>hiện</a:t>
            </a:r>
            <a:r>
              <a:rPr lang="en-US" dirty="0"/>
              <a:t> </a:t>
            </a:r>
            <a:r>
              <a:rPr lang="en-US" dirty="0" err="1"/>
              <a:t>gửi</a:t>
            </a:r>
            <a:r>
              <a:rPr lang="en-US" dirty="0"/>
              <a:t> request </a:t>
            </a:r>
            <a:r>
              <a:rPr lang="en-US" dirty="0" err="1"/>
              <a:t>đến</a:t>
            </a:r>
            <a:r>
              <a:rPr lang="en-US" dirty="0"/>
              <a:t> Server</a:t>
            </a:r>
          </a:p>
        </p:txBody>
      </p:sp>
      <p:sp>
        <p:nvSpPr>
          <p:cNvPr id="3" name="Content Placeholder 2"/>
          <p:cNvSpPr>
            <a:spLocks noGrp="1"/>
          </p:cNvSpPr>
          <p:nvPr>
            <p:ph idx="1"/>
          </p:nvPr>
        </p:nvSpPr>
        <p:spPr>
          <a:xfrm>
            <a:off x="831852" y="1370014"/>
            <a:ext cx="10367433" cy="4704215"/>
          </a:xfrm>
        </p:spPr>
        <p:txBody>
          <a:bodyPr/>
          <a:lstStyle/>
          <a:p>
            <a:r>
              <a:rPr lang="en-US" dirty="0" err="1"/>
              <a:t>Sử</a:t>
            </a:r>
            <a:r>
              <a:rPr lang="en-US" dirty="0"/>
              <a:t> </a:t>
            </a:r>
            <a:r>
              <a:rPr lang="en-US" dirty="0" err="1"/>
              <a:t>dụng</a:t>
            </a:r>
            <a:r>
              <a:rPr lang="en-US" dirty="0"/>
              <a:t> </a:t>
            </a:r>
            <a:r>
              <a:rPr lang="vi-VN" dirty="0"/>
              <a:t>phương thức send() :  </a:t>
            </a:r>
            <a:endParaRPr lang="en-US" dirty="0"/>
          </a:p>
          <a:p>
            <a:pPr lvl="1"/>
            <a:r>
              <a:rPr lang="vi-VN" dirty="0">
                <a:solidFill>
                  <a:schemeClr val="tx2">
                    <a:lumMod val="75000"/>
                  </a:schemeClr>
                </a:solidFill>
              </a:rPr>
              <a:t>XHRObject.send(null); </a:t>
            </a:r>
            <a:endParaRPr lang="en-US" dirty="0">
              <a:solidFill>
                <a:schemeClr val="tx2">
                  <a:lumMod val="75000"/>
                </a:schemeClr>
              </a:solidFill>
            </a:endParaRPr>
          </a:p>
          <a:p>
            <a:r>
              <a:rPr lang="vi-VN" dirty="0"/>
              <a:t>Nếu trong hàm open() ta dùng method </a:t>
            </a:r>
            <a:r>
              <a:rPr lang="en-US" dirty="0"/>
              <a:t>POST</a:t>
            </a:r>
            <a:r>
              <a:rPr lang="vi-VN" dirty="0"/>
              <a:t>, thì trong hàm send này ta bắt buộc phải truyền dữ liệu lên server:   </a:t>
            </a:r>
            <a:endParaRPr lang="en-US" dirty="0"/>
          </a:p>
          <a:p>
            <a:pPr lvl="1"/>
            <a:r>
              <a:rPr lang="vi-VN" dirty="0">
                <a:solidFill>
                  <a:schemeClr val="tx2">
                    <a:lumMod val="75000"/>
                  </a:schemeClr>
                </a:solidFill>
              </a:rPr>
              <a:t>var queryString = “id=123&amp;cateID=abc”;    </a:t>
            </a:r>
            <a:endParaRPr lang="en-US" dirty="0">
              <a:solidFill>
                <a:schemeClr val="tx2">
                  <a:lumMod val="75000"/>
                </a:schemeClr>
              </a:solidFill>
            </a:endParaRPr>
          </a:p>
          <a:p>
            <a:pPr lvl="1"/>
            <a:r>
              <a:rPr lang="vi-VN" dirty="0">
                <a:solidFill>
                  <a:schemeClr val="tx2">
                    <a:lumMod val="75000"/>
                  </a:schemeClr>
                </a:solidFill>
              </a:rPr>
              <a:t>XHRObject.send(queryString);  </a:t>
            </a:r>
            <a:endParaRPr lang="en-US" dirty="0">
              <a:solidFill>
                <a:schemeClr val="tx2">
                  <a:lumMod val="75000"/>
                </a:schemeClr>
              </a:solidFill>
            </a:endParaRPr>
          </a:p>
          <a:p>
            <a:r>
              <a:rPr lang="vi-VN" dirty="0"/>
              <a:t>Nếu trong hàm open() ta dùng method </a:t>
            </a:r>
            <a:r>
              <a:rPr lang="en-US" dirty="0"/>
              <a:t>GET</a:t>
            </a:r>
            <a:r>
              <a:rPr lang="vi-VN" dirty="0"/>
              <a:t>, thì trong hàm send này ta không cần phải truyền dữ liệu lên server:</a:t>
            </a:r>
            <a:endParaRPr lang="en-US" dirty="0"/>
          </a:p>
          <a:p>
            <a:pPr lvl="1"/>
            <a:r>
              <a:rPr lang="vi-VN" dirty="0">
                <a:solidFill>
                  <a:schemeClr val="tx2">
                    <a:lumMod val="75000"/>
                  </a:schemeClr>
                </a:solidFill>
              </a:rPr>
              <a:t>XHRObject.send(null); </a:t>
            </a:r>
            <a:endParaRPr lang="en-US" dirty="0">
              <a:solidFill>
                <a:schemeClr val="tx2">
                  <a:lumMod val="75000"/>
                </a:schemeClr>
              </a:solidFill>
            </a:endParaRPr>
          </a:p>
        </p:txBody>
      </p:sp>
      <p:sp>
        <p:nvSpPr>
          <p:cNvPr id="4" name="Slide Number Placeholder 3"/>
          <p:cNvSpPr>
            <a:spLocks noGrp="1"/>
          </p:cNvSpPr>
          <p:nvPr>
            <p:ph type="sldNum" sz="quarter" idx="10"/>
          </p:nvPr>
        </p:nvSpPr>
        <p:spPr/>
        <p:txBody>
          <a:bodyPr/>
          <a:lstStyle/>
          <a:p>
            <a:fld id="{FD4BB625-6399-40EF-8D3C-B968FF32E6CB}" type="slidenum">
              <a:rPr lang="en-US" smtClean="0"/>
              <a:t>19</a:t>
            </a:fld>
            <a:endParaRPr lang="en-US"/>
          </a:p>
        </p:txBody>
      </p:sp>
    </p:spTree>
    <p:extLst>
      <p:ext uri="{BB962C8B-B14F-4D97-AF65-F5344CB8AC3E}">
        <p14:creationId xmlns:p14="http://schemas.microsoft.com/office/powerpoint/2010/main" val="31301910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4401" y="1776414"/>
            <a:ext cx="5355769" cy="3902075"/>
          </a:xfrm>
        </p:spPr>
        <p:txBody>
          <a:bodyPr/>
          <a:lstStyle/>
          <a:p>
            <a:r>
              <a:rPr lang="en-US" sz="2000" dirty="0">
                <a:solidFill>
                  <a:schemeClr val="tx2">
                    <a:lumMod val="75000"/>
                  </a:schemeClr>
                </a:solidFill>
              </a:rPr>
              <a:t>function </a:t>
            </a:r>
            <a:r>
              <a:rPr lang="en-US" sz="2000" dirty="0" err="1">
                <a:solidFill>
                  <a:schemeClr val="tx2">
                    <a:lumMod val="75000"/>
                  </a:schemeClr>
                </a:solidFill>
              </a:rPr>
              <a:t>CallServer</a:t>
            </a:r>
            <a:r>
              <a:rPr lang="en-US" sz="2000" dirty="0">
                <a:solidFill>
                  <a:schemeClr val="tx2">
                    <a:lumMod val="75000"/>
                  </a:schemeClr>
                </a:solidFill>
              </a:rPr>
              <a:t>()</a:t>
            </a:r>
          </a:p>
          <a:p>
            <a:pPr marL="0" indent="0">
              <a:buNone/>
            </a:pPr>
            <a:r>
              <a:rPr lang="en-US" sz="2000" dirty="0">
                <a:solidFill>
                  <a:schemeClr val="tx2">
                    <a:lumMod val="75000"/>
                  </a:schemeClr>
                </a:solidFill>
              </a:rPr>
              <a:t>{      </a:t>
            </a:r>
          </a:p>
          <a:p>
            <a:r>
              <a:rPr lang="en-US" sz="2000" dirty="0" err="1">
                <a:solidFill>
                  <a:schemeClr val="tx2">
                    <a:lumMod val="75000"/>
                  </a:schemeClr>
                </a:solidFill>
              </a:rPr>
              <a:t>CreateXMLHttpRequest</a:t>
            </a:r>
            <a:r>
              <a:rPr lang="en-US" sz="2000" dirty="0">
                <a:solidFill>
                  <a:schemeClr val="tx2">
                    <a:lumMod val="75000"/>
                  </a:schemeClr>
                </a:solidFill>
              </a:rPr>
              <a:t>();    </a:t>
            </a:r>
          </a:p>
          <a:p>
            <a:pPr marL="230187" lvl="1" indent="0">
              <a:buNone/>
            </a:pPr>
            <a:r>
              <a:rPr lang="en-US" sz="2000" dirty="0">
                <a:solidFill>
                  <a:schemeClr val="tx2">
                    <a:lumMod val="75000"/>
                  </a:schemeClr>
                </a:solidFill>
              </a:rPr>
              <a:t>if(</a:t>
            </a:r>
            <a:r>
              <a:rPr lang="en-US" sz="2000" dirty="0" err="1">
                <a:solidFill>
                  <a:schemeClr val="tx2">
                    <a:lumMod val="75000"/>
                  </a:schemeClr>
                </a:solidFill>
              </a:rPr>
              <a:t>XHRObject</a:t>
            </a:r>
            <a:r>
              <a:rPr lang="en-US" sz="2000" dirty="0">
                <a:solidFill>
                  <a:schemeClr val="tx2">
                    <a:lumMod val="75000"/>
                  </a:schemeClr>
                </a:solidFill>
              </a:rPr>
              <a:t>)     { </a:t>
            </a:r>
          </a:p>
          <a:p>
            <a:pPr marL="230187" lvl="1" indent="0">
              <a:buNone/>
            </a:pPr>
            <a:r>
              <a:rPr lang="en-US" sz="2000" dirty="0" err="1">
                <a:solidFill>
                  <a:schemeClr val="tx2">
                    <a:lumMod val="75000"/>
                  </a:schemeClr>
                </a:solidFill>
              </a:rPr>
              <a:t>XHRObject.open</a:t>
            </a:r>
            <a:r>
              <a:rPr lang="en-US" sz="2000" dirty="0">
                <a:solidFill>
                  <a:schemeClr val="tx2">
                    <a:lumMod val="75000"/>
                  </a:schemeClr>
                </a:solidFill>
              </a:rPr>
              <a:t>(“GET”, “page1.aspx? id=123&amp;name=</a:t>
            </a:r>
            <a:r>
              <a:rPr lang="en-US" sz="2000" dirty="0" err="1">
                <a:solidFill>
                  <a:schemeClr val="tx2">
                    <a:lumMod val="75000"/>
                  </a:schemeClr>
                </a:solidFill>
              </a:rPr>
              <a:t>tung</a:t>
            </a:r>
            <a:r>
              <a:rPr lang="en-US" sz="2000" dirty="0">
                <a:solidFill>
                  <a:schemeClr val="tx2">
                    <a:lumMod val="75000"/>
                  </a:schemeClr>
                </a:solidFill>
              </a:rPr>
              <a:t>”);  </a:t>
            </a:r>
            <a:br>
              <a:rPr lang="en-US" sz="2000" dirty="0">
                <a:solidFill>
                  <a:schemeClr val="tx2">
                    <a:lumMod val="75000"/>
                  </a:schemeClr>
                </a:solidFill>
              </a:rPr>
            </a:br>
            <a:r>
              <a:rPr lang="en-US" sz="2000" dirty="0" err="1">
                <a:solidFill>
                  <a:schemeClr val="tx2">
                    <a:lumMod val="75000"/>
                  </a:schemeClr>
                </a:solidFill>
              </a:rPr>
              <a:t>XHRObject.onreadystatechange</a:t>
            </a:r>
            <a:r>
              <a:rPr lang="en-US" sz="2000" dirty="0">
                <a:solidFill>
                  <a:schemeClr val="tx2">
                    <a:lumMod val="75000"/>
                  </a:schemeClr>
                </a:solidFill>
              </a:rPr>
              <a:t> = </a:t>
            </a:r>
            <a:r>
              <a:rPr lang="en-US" sz="2000" dirty="0" err="1">
                <a:solidFill>
                  <a:schemeClr val="tx2">
                    <a:lumMod val="75000"/>
                  </a:schemeClr>
                </a:solidFill>
              </a:rPr>
              <a:t>handleStateChanged</a:t>
            </a:r>
            <a:r>
              <a:rPr lang="en-US" sz="2000" dirty="0">
                <a:solidFill>
                  <a:schemeClr val="tx2">
                    <a:lumMod val="75000"/>
                  </a:schemeClr>
                </a:solidFill>
              </a:rPr>
              <a:t>;  </a:t>
            </a:r>
            <a:r>
              <a:rPr lang="en-US" sz="2000" dirty="0" err="1">
                <a:solidFill>
                  <a:schemeClr val="tx2">
                    <a:lumMod val="75000"/>
                  </a:schemeClr>
                </a:solidFill>
              </a:rPr>
              <a:t>XHRObject.send</a:t>
            </a:r>
            <a:r>
              <a:rPr lang="en-US" sz="2000" dirty="0">
                <a:solidFill>
                  <a:schemeClr val="tx2">
                    <a:lumMod val="75000"/>
                  </a:schemeClr>
                </a:solidFill>
              </a:rPr>
              <a:t>(null);       </a:t>
            </a:r>
          </a:p>
          <a:p>
            <a:pPr marL="230187" lvl="1" indent="0">
              <a:buNone/>
            </a:pPr>
            <a:r>
              <a:rPr lang="en-US" sz="2000" dirty="0">
                <a:solidFill>
                  <a:schemeClr val="tx2">
                    <a:lumMod val="75000"/>
                  </a:schemeClr>
                </a:solidFill>
              </a:rPr>
              <a:t>}  </a:t>
            </a:r>
          </a:p>
          <a:p>
            <a:pPr marL="0" indent="0">
              <a:buNone/>
            </a:pPr>
            <a:r>
              <a:rPr lang="en-US" sz="2000" dirty="0">
                <a:solidFill>
                  <a:schemeClr val="tx2">
                    <a:lumMod val="75000"/>
                  </a:schemeClr>
                </a:solidFill>
              </a:rPr>
              <a:t>}</a:t>
            </a:r>
          </a:p>
        </p:txBody>
      </p:sp>
      <p:sp>
        <p:nvSpPr>
          <p:cNvPr id="2" name="Title 1"/>
          <p:cNvSpPr>
            <a:spLocks noGrp="1"/>
          </p:cNvSpPr>
          <p:nvPr>
            <p:ph type="title"/>
          </p:nvPr>
        </p:nvSpPr>
        <p:spPr/>
        <p:txBody>
          <a:bodyPr/>
          <a:lstStyle/>
          <a:p>
            <a:r>
              <a:rPr lang="en-US" dirty="0"/>
              <a:t> Code </a:t>
            </a:r>
            <a:r>
              <a:rPr lang="en-US" dirty="0" err="1"/>
              <a:t>hoàn</a:t>
            </a:r>
            <a:r>
              <a:rPr lang="en-US" dirty="0"/>
              <a:t> </a:t>
            </a:r>
            <a:r>
              <a:rPr lang="en-US" dirty="0" err="1"/>
              <a:t>chỉnh</a:t>
            </a:r>
            <a:r>
              <a:rPr lang="en-US" dirty="0"/>
              <a:t> </a:t>
            </a:r>
            <a:r>
              <a:rPr lang="en-US" dirty="0" err="1"/>
              <a:t>để</a:t>
            </a:r>
            <a:r>
              <a:rPr lang="en-US" dirty="0"/>
              <a:t>  </a:t>
            </a:r>
            <a:r>
              <a:rPr lang="en-US" dirty="0" err="1"/>
              <a:t>gửi</a:t>
            </a:r>
            <a:r>
              <a:rPr lang="en-US" dirty="0"/>
              <a:t> </a:t>
            </a:r>
            <a:r>
              <a:rPr lang="en-US" dirty="0" err="1"/>
              <a:t>yêu</a:t>
            </a:r>
            <a:r>
              <a:rPr lang="en-US" dirty="0"/>
              <a:t> </a:t>
            </a:r>
            <a:r>
              <a:rPr lang="en-US" dirty="0" err="1"/>
              <a:t>cầu</a:t>
            </a:r>
            <a:r>
              <a:rPr lang="en-US" dirty="0"/>
              <a:t> </a:t>
            </a:r>
            <a:r>
              <a:rPr lang="en-US" dirty="0" err="1"/>
              <a:t>về</a:t>
            </a:r>
            <a:r>
              <a:rPr lang="en-US" dirty="0"/>
              <a:t> Server </a:t>
            </a:r>
          </a:p>
        </p:txBody>
      </p:sp>
      <p:sp>
        <p:nvSpPr>
          <p:cNvPr id="4" name="Content Placeholder 2"/>
          <p:cNvSpPr txBox="1">
            <a:spLocks/>
          </p:cNvSpPr>
          <p:nvPr/>
        </p:nvSpPr>
        <p:spPr bwMode="auto">
          <a:xfrm>
            <a:off x="5843516" y="1776279"/>
            <a:ext cx="5355769" cy="3902075"/>
          </a:xfrm>
          <a:prstGeom prst="rect">
            <a:avLst/>
          </a:prstGeom>
          <a:noFill/>
          <a:ln w="9525">
            <a:noFill/>
            <a:miter lim="800000"/>
            <a:headEnd/>
            <a:tailEnd/>
          </a:ln>
        </p:spPr>
        <p:txBody>
          <a:bodyPr vert="horz" wrap="square" lIns="91424" tIns="45712" rIns="91424" bIns="45712" numCol="1" anchor="t" anchorCtr="0" compatLnSpc="1">
            <a:prstTxWarp prst="textNoShape">
              <a:avLst/>
            </a:prstTxWarp>
          </a:bodyPr>
          <a:lstStyle>
            <a:lvl1pPr marL="228600" indent="-228600" algn="l" rtl="0" eaLnBrk="1" fontAlgn="base" hangingPunct="1">
              <a:spcBef>
                <a:spcPct val="35000"/>
              </a:spcBef>
              <a:spcAft>
                <a:spcPct val="15000"/>
              </a:spcAft>
              <a:buClr>
                <a:srgbClr val="6CA6B8"/>
              </a:buClr>
              <a:buFont typeface="Wingdings" pitchFamily="2" charset="2"/>
              <a:buChar char="§"/>
              <a:defRPr sz="2400">
                <a:solidFill>
                  <a:schemeClr val="tx1"/>
                </a:solidFill>
                <a:latin typeface="+mn-lt"/>
                <a:ea typeface="+mn-ea"/>
                <a:cs typeface="+mn-cs"/>
              </a:defRPr>
            </a:lvl1pPr>
            <a:lvl2pPr marL="457200" indent="-227013" algn="l" rtl="0" eaLnBrk="1" fontAlgn="base" hangingPunct="1">
              <a:spcBef>
                <a:spcPct val="25000"/>
              </a:spcBef>
              <a:spcAft>
                <a:spcPct val="15000"/>
              </a:spcAft>
              <a:buClr>
                <a:srgbClr val="6CA6B8"/>
              </a:buClr>
              <a:buFont typeface="Arial" charset="0"/>
              <a:buChar char="–"/>
              <a:defRPr sz="2200">
                <a:solidFill>
                  <a:schemeClr val="tx1"/>
                </a:solidFill>
                <a:latin typeface="+mn-lt"/>
                <a:cs typeface="+mn-cs"/>
              </a:defRPr>
            </a:lvl2pPr>
            <a:lvl3pPr marL="682625" indent="-223838" algn="l" rtl="0" eaLnBrk="1" fontAlgn="base" hangingPunct="1">
              <a:spcBef>
                <a:spcPct val="20000"/>
              </a:spcBef>
              <a:spcAft>
                <a:spcPct val="0"/>
              </a:spcAft>
              <a:buClr>
                <a:srgbClr val="6CA6B8"/>
              </a:buClr>
              <a:buChar char="•"/>
              <a:defRPr sz="2000">
                <a:solidFill>
                  <a:schemeClr val="tx1"/>
                </a:solidFill>
                <a:latin typeface="+mn-lt"/>
                <a:cs typeface="+mn-cs"/>
              </a:defRPr>
            </a:lvl3pPr>
            <a:lvl4pPr marL="912813" indent="-228600" algn="l" rtl="0" eaLnBrk="1" fontAlgn="base" hangingPunct="1">
              <a:spcBef>
                <a:spcPct val="20000"/>
              </a:spcBef>
              <a:spcAft>
                <a:spcPct val="0"/>
              </a:spcAft>
              <a:buClr>
                <a:srgbClr val="6CA6B8"/>
              </a:buClr>
              <a:buFont typeface="Arial" charset="0"/>
              <a:buChar char="–"/>
              <a:defRPr sz="2000">
                <a:solidFill>
                  <a:schemeClr val="tx1"/>
                </a:solidFill>
                <a:latin typeface="+mn-lt"/>
                <a:cs typeface="+mn-cs"/>
              </a:defRPr>
            </a:lvl4pPr>
            <a:lvl5pPr marL="1143000" indent="-228600" algn="l" rtl="0" eaLnBrk="1" fontAlgn="base" hangingPunct="1">
              <a:spcBef>
                <a:spcPct val="20000"/>
              </a:spcBef>
              <a:spcAft>
                <a:spcPct val="0"/>
              </a:spcAft>
              <a:buClr>
                <a:srgbClr val="6CA6B8"/>
              </a:buClr>
              <a:buFont typeface="Arial" charset="0"/>
              <a:buChar char="&gt;"/>
              <a:defRPr sz="2000">
                <a:solidFill>
                  <a:schemeClr val="tx1"/>
                </a:solidFill>
                <a:latin typeface="+mn-lt"/>
                <a:cs typeface="+mn-cs"/>
              </a:defRPr>
            </a:lvl5pPr>
            <a:lvl6pPr marL="1600200" indent="-228600" algn="l" rtl="0" eaLnBrk="1" fontAlgn="base" hangingPunct="1">
              <a:spcBef>
                <a:spcPct val="20000"/>
              </a:spcBef>
              <a:spcAft>
                <a:spcPct val="0"/>
              </a:spcAft>
              <a:buClr>
                <a:srgbClr val="6CA6B8"/>
              </a:buClr>
              <a:buFont typeface="Arial" charset="0"/>
              <a:buChar char="&gt;"/>
              <a:defRPr>
                <a:solidFill>
                  <a:schemeClr val="tx1"/>
                </a:solidFill>
                <a:latin typeface="+mn-lt"/>
                <a:cs typeface="+mn-cs"/>
              </a:defRPr>
            </a:lvl6pPr>
            <a:lvl7pPr marL="2057400" indent="-228600" algn="l" rtl="0" eaLnBrk="1" fontAlgn="base" hangingPunct="1">
              <a:spcBef>
                <a:spcPct val="20000"/>
              </a:spcBef>
              <a:spcAft>
                <a:spcPct val="0"/>
              </a:spcAft>
              <a:buClr>
                <a:srgbClr val="6CA6B8"/>
              </a:buClr>
              <a:buFont typeface="Arial" charset="0"/>
              <a:buChar char="&gt;"/>
              <a:defRPr>
                <a:solidFill>
                  <a:schemeClr val="tx1"/>
                </a:solidFill>
                <a:latin typeface="+mn-lt"/>
                <a:cs typeface="+mn-cs"/>
              </a:defRPr>
            </a:lvl7pPr>
            <a:lvl8pPr marL="2514600" indent="-228600" algn="l" rtl="0" eaLnBrk="1" fontAlgn="base" hangingPunct="1">
              <a:spcBef>
                <a:spcPct val="20000"/>
              </a:spcBef>
              <a:spcAft>
                <a:spcPct val="0"/>
              </a:spcAft>
              <a:buClr>
                <a:srgbClr val="6CA6B8"/>
              </a:buClr>
              <a:buFont typeface="Arial" charset="0"/>
              <a:buChar char="&gt;"/>
              <a:defRPr>
                <a:solidFill>
                  <a:schemeClr val="tx1"/>
                </a:solidFill>
                <a:latin typeface="+mn-lt"/>
                <a:cs typeface="+mn-cs"/>
              </a:defRPr>
            </a:lvl8pPr>
            <a:lvl9pPr marL="2971800" indent="-228600" algn="l" rtl="0" eaLnBrk="1" fontAlgn="base" hangingPunct="1">
              <a:spcBef>
                <a:spcPct val="20000"/>
              </a:spcBef>
              <a:spcAft>
                <a:spcPct val="0"/>
              </a:spcAft>
              <a:buClr>
                <a:srgbClr val="6CA6B8"/>
              </a:buClr>
              <a:buFont typeface="Arial" charset="0"/>
              <a:buChar char="&gt;"/>
              <a:defRPr>
                <a:solidFill>
                  <a:schemeClr val="tx1"/>
                </a:solidFill>
                <a:latin typeface="+mn-lt"/>
                <a:cs typeface="+mn-cs"/>
              </a:defRPr>
            </a:lvl9pPr>
          </a:lstStyle>
          <a:p>
            <a:r>
              <a:rPr lang="en-US" sz="2000" kern="0" dirty="0">
                <a:solidFill>
                  <a:schemeClr val="tx2">
                    <a:lumMod val="75000"/>
                  </a:schemeClr>
                </a:solidFill>
              </a:rPr>
              <a:t>function </a:t>
            </a:r>
            <a:r>
              <a:rPr lang="en-US" sz="2000" kern="0" dirty="0" err="1">
                <a:solidFill>
                  <a:schemeClr val="tx2">
                    <a:lumMod val="75000"/>
                  </a:schemeClr>
                </a:solidFill>
              </a:rPr>
              <a:t>CallServer</a:t>
            </a:r>
            <a:r>
              <a:rPr lang="en-US" sz="2000" kern="0" dirty="0">
                <a:solidFill>
                  <a:schemeClr val="tx2">
                    <a:lumMod val="75000"/>
                  </a:schemeClr>
                </a:solidFill>
              </a:rPr>
              <a:t>()</a:t>
            </a:r>
          </a:p>
          <a:p>
            <a:pPr marL="0" indent="0">
              <a:buFont typeface="Wingdings" pitchFamily="2" charset="2"/>
              <a:buNone/>
            </a:pPr>
            <a:r>
              <a:rPr lang="en-US" sz="2000" kern="0" dirty="0">
                <a:solidFill>
                  <a:schemeClr val="tx2">
                    <a:lumMod val="75000"/>
                  </a:schemeClr>
                </a:solidFill>
              </a:rPr>
              <a:t>{      </a:t>
            </a:r>
          </a:p>
          <a:p>
            <a:r>
              <a:rPr lang="en-US" sz="2000" kern="0" dirty="0" err="1">
                <a:solidFill>
                  <a:schemeClr val="tx2">
                    <a:lumMod val="75000"/>
                  </a:schemeClr>
                </a:solidFill>
              </a:rPr>
              <a:t>CreateXMLHttpRequest</a:t>
            </a:r>
            <a:r>
              <a:rPr lang="en-US" sz="2000" kern="0" dirty="0">
                <a:solidFill>
                  <a:schemeClr val="tx2">
                    <a:lumMod val="75000"/>
                  </a:schemeClr>
                </a:solidFill>
              </a:rPr>
              <a:t>();    </a:t>
            </a:r>
          </a:p>
          <a:p>
            <a:pPr marL="230187" lvl="1" indent="0">
              <a:buFont typeface="Arial" charset="0"/>
              <a:buNone/>
            </a:pPr>
            <a:r>
              <a:rPr lang="en-US" sz="2000" kern="0" dirty="0">
                <a:solidFill>
                  <a:schemeClr val="tx2">
                    <a:lumMod val="75000"/>
                  </a:schemeClr>
                </a:solidFill>
              </a:rPr>
              <a:t>if(</a:t>
            </a:r>
            <a:r>
              <a:rPr lang="en-US" sz="2000" kern="0" dirty="0" err="1">
                <a:solidFill>
                  <a:schemeClr val="tx2">
                    <a:lumMod val="75000"/>
                  </a:schemeClr>
                </a:solidFill>
              </a:rPr>
              <a:t>XHRObject</a:t>
            </a:r>
            <a:r>
              <a:rPr lang="en-US" sz="2000" kern="0" dirty="0">
                <a:solidFill>
                  <a:schemeClr val="tx2">
                    <a:lumMod val="75000"/>
                  </a:schemeClr>
                </a:solidFill>
              </a:rPr>
              <a:t>)     { </a:t>
            </a:r>
          </a:p>
          <a:p>
            <a:pPr marL="230187" lvl="1" indent="0">
              <a:buNone/>
            </a:pPr>
            <a:r>
              <a:rPr lang="en-US" sz="2000" kern="0" dirty="0" err="1">
                <a:solidFill>
                  <a:schemeClr val="tx2">
                    <a:lumMod val="75000"/>
                  </a:schemeClr>
                </a:solidFill>
              </a:rPr>
              <a:t>XHRObject.open</a:t>
            </a:r>
            <a:r>
              <a:rPr lang="en-US" sz="2000" kern="0" dirty="0">
                <a:solidFill>
                  <a:schemeClr val="tx2">
                    <a:lumMod val="75000"/>
                  </a:schemeClr>
                </a:solidFill>
              </a:rPr>
              <a:t>(“POST”, “page1.aspx”);  </a:t>
            </a:r>
            <a:br>
              <a:rPr lang="en-US" sz="2000" kern="0" dirty="0">
                <a:solidFill>
                  <a:schemeClr val="tx2">
                    <a:lumMod val="75000"/>
                  </a:schemeClr>
                </a:solidFill>
              </a:rPr>
            </a:br>
            <a:r>
              <a:rPr lang="en-US" sz="2000" kern="0" dirty="0" err="1">
                <a:solidFill>
                  <a:schemeClr val="tx2">
                    <a:lumMod val="75000"/>
                  </a:schemeClr>
                </a:solidFill>
              </a:rPr>
              <a:t>XHRObject.onreadystatechange</a:t>
            </a:r>
            <a:r>
              <a:rPr lang="en-US" sz="2000" kern="0" dirty="0">
                <a:solidFill>
                  <a:schemeClr val="tx2">
                    <a:lumMod val="75000"/>
                  </a:schemeClr>
                </a:solidFill>
              </a:rPr>
              <a:t> = </a:t>
            </a:r>
            <a:r>
              <a:rPr lang="en-US" sz="2000" kern="0" dirty="0" err="1">
                <a:solidFill>
                  <a:schemeClr val="tx2">
                    <a:lumMod val="75000"/>
                  </a:schemeClr>
                </a:solidFill>
              </a:rPr>
              <a:t>handleStateChanged</a:t>
            </a:r>
            <a:r>
              <a:rPr lang="en-US" sz="2000" kern="0" dirty="0">
                <a:solidFill>
                  <a:schemeClr val="tx2">
                    <a:lumMod val="75000"/>
                  </a:schemeClr>
                </a:solidFill>
              </a:rPr>
              <a:t>;  </a:t>
            </a:r>
            <a:r>
              <a:rPr lang="en-US" sz="2000" kern="0" dirty="0" err="1">
                <a:solidFill>
                  <a:schemeClr val="tx2">
                    <a:lumMod val="75000"/>
                  </a:schemeClr>
                </a:solidFill>
              </a:rPr>
              <a:t>XHRObject.send</a:t>
            </a:r>
            <a:r>
              <a:rPr lang="en-US" sz="2000" kern="0" dirty="0">
                <a:solidFill>
                  <a:schemeClr val="tx2">
                    <a:lumMod val="75000"/>
                  </a:schemeClr>
                </a:solidFill>
              </a:rPr>
              <a:t>(“id=123&amp;name=</a:t>
            </a:r>
            <a:r>
              <a:rPr lang="en-US" sz="2000" kern="0" dirty="0" err="1">
                <a:solidFill>
                  <a:schemeClr val="tx2">
                    <a:lumMod val="75000"/>
                  </a:schemeClr>
                </a:solidFill>
              </a:rPr>
              <a:t>tung</a:t>
            </a:r>
            <a:r>
              <a:rPr lang="en-US" sz="2000" kern="0" dirty="0">
                <a:solidFill>
                  <a:schemeClr val="tx2">
                    <a:lumMod val="75000"/>
                  </a:schemeClr>
                </a:solidFill>
              </a:rPr>
              <a:t>”);      </a:t>
            </a:r>
          </a:p>
          <a:p>
            <a:pPr marL="230187" lvl="1" indent="0">
              <a:buFont typeface="Arial" charset="0"/>
              <a:buNone/>
            </a:pPr>
            <a:r>
              <a:rPr lang="en-US" sz="2000" kern="0" dirty="0">
                <a:solidFill>
                  <a:schemeClr val="tx2">
                    <a:lumMod val="75000"/>
                  </a:schemeClr>
                </a:solidFill>
              </a:rPr>
              <a:t>}  </a:t>
            </a:r>
          </a:p>
          <a:p>
            <a:pPr marL="0" indent="0">
              <a:buFont typeface="Wingdings" pitchFamily="2" charset="2"/>
              <a:buNone/>
            </a:pPr>
            <a:r>
              <a:rPr lang="en-US" sz="2000" kern="0" dirty="0">
                <a:solidFill>
                  <a:schemeClr val="tx2">
                    <a:lumMod val="75000"/>
                  </a:schemeClr>
                </a:solidFill>
              </a:rPr>
              <a:t>}</a:t>
            </a:r>
          </a:p>
        </p:txBody>
      </p:sp>
      <p:sp>
        <p:nvSpPr>
          <p:cNvPr id="5" name="Slide Number Placeholder 4"/>
          <p:cNvSpPr>
            <a:spLocks noGrp="1"/>
          </p:cNvSpPr>
          <p:nvPr>
            <p:ph type="sldNum" sz="quarter" idx="10"/>
          </p:nvPr>
        </p:nvSpPr>
        <p:spPr/>
        <p:txBody>
          <a:bodyPr/>
          <a:lstStyle/>
          <a:p>
            <a:fld id="{FD4BB625-6399-40EF-8D3C-B968FF32E6CB}" type="slidenum">
              <a:rPr lang="en-US" smtClean="0"/>
              <a:t>20</a:t>
            </a:fld>
            <a:endParaRPr lang="en-US"/>
          </a:p>
        </p:txBody>
      </p:sp>
    </p:spTree>
    <p:extLst>
      <p:ext uri="{BB962C8B-B14F-4D97-AF65-F5344CB8AC3E}">
        <p14:creationId xmlns:p14="http://schemas.microsoft.com/office/powerpoint/2010/main" val="25200956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Viết</a:t>
            </a:r>
            <a:r>
              <a:rPr lang="en-US" dirty="0"/>
              <a:t> </a:t>
            </a:r>
            <a:r>
              <a:rPr lang="en-US" dirty="0" err="1"/>
              <a:t>hàm</a:t>
            </a:r>
            <a:r>
              <a:rPr lang="en-US" dirty="0"/>
              <a:t> </a:t>
            </a:r>
            <a:r>
              <a:rPr lang="en-US" dirty="0" err="1"/>
              <a:t>xử</a:t>
            </a:r>
            <a:r>
              <a:rPr lang="en-US" dirty="0"/>
              <a:t> </a:t>
            </a:r>
            <a:r>
              <a:rPr lang="en-US" dirty="0" err="1"/>
              <a:t>lý</a:t>
            </a:r>
            <a:r>
              <a:rPr lang="en-US" dirty="0"/>
              <a:t> </a:t>
            </a:r>
            <a:r>
              <a:rPr lang="en-US" dirty="0" err="1"/>
              <a:t>thông</a:t>
            </a:r>
            <a:r>
              <a:rPr lang="en-US" dirty="0"/>
              <a:t> tin </a:t>
            </a:r>
            <a:r>
              <a:rPr lang="en-US" dirty="0" err="1"/>
              <a:t>khi</a:t>
            </a:r>
            <a:r>
              <a:rPr lang="en-US" dirty="0"/>
              <a:t> Server response </a:t>
            </a:r>
            <a:r>
              <a:rPr lang="en-US" dirty="0" err="1"/>
              <a:t>lại</a:t>
            </a:r>
            <a:r>
              <a:rPr lang="en-US" dirty="0"/>
              <a:t> </a:t>
            </a:r>
          </a:p>
        </p:txBody>
      </p:sp>
      <p:sp>
        <p:nvSpPr>
          <p:cNvPr id="3" name="Content Placeholder 2"/>
          <p:cNvSpPr>
            <a:spLocks noGrp="1"/>
          </p:cNvSpPr>
          <p:nvPr>
            <p:ph idx="1"/>
          </p:nvPr>
        </p:nvSpPr>
        <p:spPr>
          <a:xfrm>
            <a:off x="831852" y="1554345"/>
            <a:ext cx="10519771" cy="4506821"/>
          </a:xfrm>
        </p:spPr>
        <p:txBody>
          <a:bodyPr/>
          <a:lstStyle/>
          <a:p>
            <a:r>
              <a:rPr lang="vi-VN" dirty="0"/>
              <a:t>Hàm này phải có tên giống như đã khai báo trong thuộc tính onreadystatechange ở trên .</a:t>
            </a:r>
            <a:endParaRPr lang="en-US" dirty="0"/>
          </a:p>
          <a:p>
            <a:pPr lvl="1"/>
            <a:r>
              <a:rPr lang="vi-VN" dirty="0"/>
              <a:t>Đầu tiên ta kiểm tra thử request có được gửi đến Server hay chưa với thuộc tính status, nếu bằng 4 là request đã được gởi đến Server .  </a:t>
            </a:r>
            <a:endParaRPr lang="en-US" dirty="0"/>
          </a:p>
          <a:p>
            <a:pPr lvl="1"/>
            <a:r>
              <a:rPr lang="en-US" dirty="0" err="1"/>
              <a:t>Tiếp</a:t>
            </a:r>
            <a:r>
              <a:rPr lang="vi-VN" dirty="0"/>
              <a:t> đến ta kiểm tra xem Server có response lại hay chưa với thuộc tính readyState, nếu bằng 200 tức là Server đã response lại hòan tất </a:t>
            </a:r>
            <a:endParaRPr lang="en-US" dirty="0"/>
          </a:p>
          <a:p>
            <a:pPr lvl="1"/>
            <a:r>
              <a:rPr lang="en-US" dirty="0" err="1"/>
              <a:t>Ví</a:t>
            </a:r>
            <a:r>
              <a:rPr lang="en-US" dirty="0"/>
              <a:t> </a:t>
            </a:r>
            <a:r>
              <a:rPr lang="en-US" dirty="0" err="1"/>
              <a:t>dụ</a:t>
            </a:r>
            <a:endParaRPr lang="en-US" dirty="0"/>
          </a:p>
          <a:p>
            <a:pPr lvl="1"/>
            <a:r>
              <a:rPr lang="en-US" dirty="0">
                <a:solidFill>
                  <a:schemeClr val="tx2">
                    <a:lumMod val="75000"/>
                  </a:schemeClr>
                </a:solidFill>
              </a:rPr>
              <a:t>function </a:t>
            </a:r>
            <a:r>
              <a:rPr lang="en-US" dirty="0" err="1">
                <a:solidFill>
                  <a:schemeClr val="tx2">
                    <a:lumMod val="75000"/>
                  </a:schemeClr>
                </a:solidFill>
              </a:rPr>
              <a:t>handleStateChanged</a:t>
            </a:r>
            <a:r>
              <a:rPr lang="en-US" dirty="0">
                <a:solidFill>
                  <a:schemeClr val="tx2">
                    <a:lumMod val="75000"/>
                  </a:schemeClr>
                </a:solidFill>
              </a:rPr>
              <a:t>() { </a:t>
            </a:r>
          </a:p>
          <a:p>
            <a:pPr lvl="2"/>
            <a:r>
              <a:rPr lang="en-US" dirty="0">
                <a:solidFill>
                  <a:schemeClr val="tx2">
                    <a:lumMod val="75000"/>
                  </a:schemeClr>
                </a:solidFill>
              </a:rPr>
              <a:t>if (</a:t>
            </a:r>
            <a:r>
              <a:rPr lang="en-US" dirty="0" err="1">
                <a:solidFill>
                  <a:schemeClr val="tx2">
                    <a:lumMod val="75000"/>
                  </a:schemeClr>
                </a:solidFill>
              </a:rPr>
              <a:t>XHRObject.status</a:t>
            </a:r>
            <a:r>
              <a:rPr lang="en-US" dirty="0">
                <a:solidFill>
                  <a:schemeClr val="tx2">
                    <a:lumMod val="75000"/>
                  </a:schemeClr>
                </a:solidFill>
              </a:rPr>
              <a:t> == 200) //status OK </a:t>
            </a:r>
          </a:p>
          <a:p>
            <a:pPr lvl="2"/>
            <a:r>
              <a:rPr lang="en-US" dirty="0">
                <a:solidFill>
                  <a:schemeClr val="tx2">
                    <a:lumMod val="75000"/>
                  </a:schemeClr>
                </a:solidFill>
              </a:rPr>
              <a:t>if (</a:t>
            </a:r>
            <a:r>
              <a:rPr lang="en-US" dirty="0" err="1">
                <a:solidFill>
                  <a:schemeClr val="tx2">
                    <a:lumMod val="75000"/>
                  </a:schemeClr>
                </a:solidFill>
              </a:rPr>
              <a:t>XHRObject.readyState</a:t>
            </a:r>
            <a:r>
              <a:rPr lang="en-US" dirty="0">
                <a:solidFill>
                  <a:schemeClr val="tx2">
                    <a:lumMod val="75000"/>
                  </a:schemeClr>
                </a:solidFill>
              </a:rPr>
              <a:t>==4) //complete   </a:t>
            </a:r>
            <a:r>
              <a:rPr lang="en-US" dirty="0" err="1">
                <a:solidFill>
                  <a:schemeClr val="tx2">
                    <a:lumMod val="75000"/>
                  </a:schemeClr>
                </a:solidFill>
              </a:rPr>
              <a:t>document.getElementById</a:t>
            </a:r>
            <a:r>
              <a:rPr lang="en-US" dirty="0">
                <a:solidFill>
                  <a:schemeClr val="tx2">
                    <a:lumMod val="75000"/>
                  </a:schemeClr>
                </a:solidFill>
              </a:rPr>
              <a:t>(“</a:t>
            </a:r>
            <a:r>
              <a:rPr lang="en-US" dirty="0" err="1">
                <a:solidFill>
                  <a:schemeClr val="tx2">
                    <a:lumMod val="75000"/>
                  </a:schemeClr>
                </a:solidFill>
              </a:rPr>
              <a:t>myDiv</a:t>
            </a:r>
            <a:r>
              <a:rPr lang="en-US" dirty="0">
                <a:solidFill>
                  <a:schemeClr val="tx2">
                    <a:lumMod val="75000"/>
                  </a:schemeClr>
                </a:solidFill>
              </a:rPr>
              <a:t>”).</a:t>
            </a:r>
            <a:r>
              <a:rPr lang="en-US" dirty="0" err="1">
                <a:solidFill>
                  <a:schemeClr val="tx2">
                    <a:lumMod val="75000"/>
                  </a:schemeClr>
                </a:solidFill>
              </a:rPr>
              <a:t>innerHTML</a:t>
            </a:r>
            <a:r>
              <a:rPr lang="en-US" dirty="0">
                <a:solidFill>
                  <a:schemeClr val="tx2">
                    <a:lumMod val="75000"/>
                  </a:schemeClr>
                </a:solidFill>
              </a:rPr>
              <a:t> =    </a:t>
            </a:r>
            <a:r>
              <a:rPr lang="en-US" dirty="0" err="1">
                <a:solidFill>
                  <a:schemeClr val="tx2">
                    <a:lumMod val="75000"/>
                  </a:schemeClr>
                </a:solidFill>
              </a:rPr>
              <a:t>XHRObject.responseText</a:t>
            </a:r>
            <a:r>
              <a:rPr lang="en-US" dirty="0">
                <a:solidFill>
                  <a:schemeClr val="tx2">
                    <a:lumMod val="75000"/>
                  </a:schemeClr>
                </a:solidFill>
              </a:rPr>
              <a:t>; </a:t>
            </a:r>
          </a:p>
          <a:p>
            <a:pPr lvl="1"/>
            <a:r>
              <a:rPr lang="en-US" dirty="0">
                <a:solidFill>
                  <a:schemeClr val="tx2">
                    <a:lumMod val="75000"/>
                  </a:schemeClr>
                </a:solidFill>
              </a:rPr>
              <a:t>}</a:t>
            </a:r>
          </a:p>
        </p:txBody>
      </p:sp>
      <p:sp>
        <p:nvSpPr>
          <p:cNvPr id="4" name="Slide Number Placeholder 3"/>
          <p:cNvSpPr>
            <a:spLocks noGrp="1"/>
          </p:cNvSpPr>
          <p:nvPr>
            <p:ph type="sldNum" sz="quarter" idx="10"/>
          </p:nvPr>
        </p:nvSpPr>
        <p:spPr/>
        <p:txBody>
          <a:bodyPr/>
          <a:lstStyle/>
          <a:p>
            <a:fld id="{FD4BB625-6399-40EF-8D3C-B968FF32E6CB}" type="slidenum">
              <a:rPr lang="en-US" smtClean="0"/>
              <a:t>21</a:t>
            </a:fld>
            <a:endParaRPr lang="en-US"/>
          </a:p>
        </p:txBody>
      </p:sp>
    </p:spTree>
    <p:extLst>
      <p:ext uri="{BB962C8B-B14F-4D97-AF65-F5344CB8AC3E}">
        <p14:creationId xmlns:p14="http://schemas.microsoft.com/office/powerpoint/2010/main" val="39496878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Ví</a:t>
            </a:r>
            <a:r>
              <a:rPr lang="en-US" dirty="0"/>
              <a:t> </a:t>
            </a:r>
            <a:r>
              <a:rPr lang="en-US" dirty="0" err="1"/>
              <a:t>dụ</a:t>
            </a:r>
            <a:endParaRPr lang="en-US" dirty="0"/>
          </a:p>
        </p:txBody>
      </p:sp>
      <p:sp>
        <p:nvSpPr>
          <p:cNvPr id="3" name="Content Placeholder 2"/>
          <p:cNvSpPr>
            <a:spLocks noGrp="1"/>
          </p:cNvSpPr>
          <p:nvPr>
            <p:ph idx="1"/>
          </p:nvPr>
        </p:nvSpPr>
        <p:spPr/>
        <p:txBody>
          <a:bodyPr/>
          <a:lstStyle/>
          <a:p>
            <a:r>
              <a:rPr lang="en-US" dirty="0" err="1"/>
              <a:t>Tạo</a:t>
            </a:r>
            <a:r>
              <a:rPr lang="en-US" dirty="0"/>
              <a:t> </a:t>
            </a:r>
            <a:r>
              <a:rPr lang="en-US" dirty="0" err="1"/>
              <a:t>trang</a:t>
            </a:r>
            <a:r>
              <a:rPr lang="en-US" dirty="0"/>
              <a:t> web </a:t>
            </a:r>
            <a:r>
              <a:rPr lang="en-US" dirty="0" err="1"/>
              <a:t>là</a:t>
            </a:r>
            <a:r>
              <a:rPr lang="en-US" dirty="0"/>
              <a:t> Ajax_VD.aspx </a:t>
            </a:r>
            <a:r>
              <a:rPr lang="en-US" dirty="0" err="1"/>
              <a:t>có</a:t>
            </a:r>
            <a:r>
              <a:rPr lang="en-US" dirty="0"/>
              <a:t> </a:t>
            </a:r>
            <a:r>
              <a:rPr lang="en-US" dirty="0" err="1"/>
              <a:t>giao</a:t>
            </a:r>
            <a:r>
              <a:rPr lang="en-US" dirty="0"/>
              <a:t> </a:t>
            </a:r>
            <a:r>
              <a:rPr lang="en-US" dirty="0" err="1"/>
              <a:t>diện</a:t>
            </a:r>
            <a:r>
              <a:rPr lang="en-US" dirty="0"/>
              <a:t> </a:t>
            </a:r>
            <a:r>
              <a:rPr lang="en-US" dirty="0" err="1"/>
              <a:t>gồm</a:t>
            </a:r>
            <a:r>
              <a:rPr lang="en-US" dirty="0"/>
              <a:t> </a:t>
            </a:r>
            <a:r>
              <a:rPr lang="en-US" dirty="0" err="1"/>
              <a:t>một</a:t>
            </a:r>
            <a:r>
              <a:rPr lang="en-US" dirty="0"/>
              <a:t> </a:t>
            </a:r>
            <a:r>
              <a:rPr lang="en-US" dirty="0" err="1"/>
              <a:t>Dropdowlist</a:t>
            </a:r>
            <a:r>
              <a:rPr lang="en-US" dirty="0"/>
              <a:t> </a:t>
            </a:r>
            <a:r>
              <a:rPr lang="en-US" dirty="0" err="1"/>
              <a:t>chứa</a:t>
            </a:r>
            <a:r>
              <a:rPr lang="en-US" dirty="0"/>
              <a:t> </a:t>
            </a:r>
            <a:r>
              <a:rPr lang="en-US" dirty="0" err="1"/>
              <a:t>danh</a:t>
            </a:r>
            <a:r>
              <a:rPr lang="en-US" dirty="0"/>
              <a:t> </a:t>
            </a:r>
            <a:r>
              <a:rPr lang="en-US" dirty="0" err="1"/>
              <a:t>sách</a:t>
            </a:r>
            <a:r>
              <a:rPr lang="en-US" dirty="0"/>
              <a:t> </a:t>
            </a:r>
            <a:r>
              <a:rPr lang="en-US" dirty="0" err="1"/>
              <a:t>chọn</a:t>
            </a:r>
            <a:r>
              <a:rPr lang="en-US" dirty="0"/>
              <a:t> </a:t>
            </a:r>
            <a:r>
              <a:rPr lang="en-US" dirty="0" err="1"/>
              <a:t>maCB</a:t>
            </a:r>
            <a:r>
              <a:rPr lang="en-US" dirty="0"/>
              <a:t>, </a:t>
            </a:r>
            <a:r>
              <a:rPr lang="en-US" dirty="0" err="1"/>
              <a:t>sử</a:t>
            </a:r>
            <a:r>
              <a:rPr lang="en-US" dirty="0"/>
              <a:t> </a:t>
            </a:r>
            <a:r>
              <a:rPr lang="en-US" dirty="0" err="1"/>
              <a:t>dụng</a:t>
            </a:r>
            <a:r>
              <a:rPr lang="en-US" dirty="0"/>
              <a:t> Ajax </a:t>
            </a:r>
            <a:r>
              <a:rPr lang="en-US" dirty="0" err="1"/>
              <a:t>thực</a:t>
            </a:r>
            <a:r>
              <a:rPr lang="en-US" dirty="0"/>
              <a:t> </a:t>
            </a:r>
            <a:r>
              <a:rPr lang="en-US" dirty="0" err="1"/>
              <a:t>hiện</a:t>
            </a:r>
            <a:r>
              <a:rPr lang="en-US" dirty="0"/>
              <a:t> </a:t>
            </a:r>
            <a:r>
              <a:rPr lang="en-US" dirty="0" err="1"/>
              <a:t>như</a:t>
            </a:r>
            <a:r>
              <a:rPr lang="en-US" dirty="0"/>
              <a:t> </a:t>
            </a:r>
            <a:r>
              <a:rPr lang="en-US" dirty="0" err="1"/>
              <a:t>sau</a:t>
            </a:r>
            <a:r>
              <a:rPr lang="en-US" dirty="0"/>
              <a:t>: </a:t>
            </a:r>
            <a:r>
              <a:rPr lang="en-US" dirty="0" err="1"/>
              <a:t>khi</a:t>
            </a:r>
            <a:r>
              <a:rPr lang="en-US" dirty="0"/>
              <a:t> </a:t>
            </a:r>
            <a:r>
              <a:rPr lang="en-US" dirty="0" err="1"/>
              <a:t>người</a:t>
            </a:r>
            <a:r>
              <a:rPr lang="en-US" dirty="0"/>
              <a:t> </a:t>
            </a:r>
            <a:r>
              <a:rPr lang="en-US" dirty="0" err="1"/>
              <a:t>dùng</a:t>
            </a:r>
            <a:r>
              <a:rPr lang="en-US" dirty="0"/>
              <a:t> </a:t>
            </a:r>
            <a:r>
              <a:rPr lang="en-US" dirty="0" err="1"/>
              <a:t>lựa</a:t>
            </a:r>
            <a:r>
              <a:rPr lang="en-US" dirty="0"/>
              <a:t> </a:t>
            </a:r>
            <a:r>
              <a:rPr lang="en-US" dirty="0" err="1"/>
              <a:t>chọn</a:t>
            </a:r>
            <a:r>
              <a:rPr lang="en-US" dirty="0"/>
              <a:t> </a:t>
            </a:r>
            <a:r>
              <a:rPr lang="en-US" dirty="0" err="1"/>
              <a:t>một</a:t>
            </a:r>
            <a:r>
              <a:rPr lang="en-US" dirty="0"/>
              <a:t> </a:t>
            </a:r>
            <a:r>
              <a:rPr lang="en-US" dirty="0" err="1"/>
              <a:t>maCB</a:t>
            </a:r>
            <a:r>
              <a:rPr lang="en-US" dirty="0"/>
              <a:t> </a:t>
            </a:r>
            <a:r>
              <a:rPr lang="en-US" dirty="0" err="1"/>
              <a:t>trong</a:t>
            </a:r>
            <a:r>
              <a:rPr lang="en-US" dirty="0"/>
              <a:t> </a:t>
            </a:r>
            <a:r>
              <a:rPr lang="en-US" dirty="0" err="1"/>
              <a:t>danh</a:t>
            </a:r>
            <a:r>
              <a:rPr lang="en-US" dirty="0"/>
              <a:t> </a:t>
            </a:r>
            <a:r>
              <a:rPr lang="en-US" dirty="0" err="1"/>
              <a:t>sách</a:t>
            </a:r>
            <a:r>
              <a:rPr lang="en-US" dirty="0"/>
              <a:t> </a:t>
            </a:r>
            <a:r>
              <a:rPr lang="en-US" dirty="0" err="1"/>
              <a:t>sẽ</a:t>
            </a:r>
            <a:r>
              <a:rPr lang="en-US" dirty="0"/>
              <a:t> </a:t>
            </a:r>
            <a:r>
              <a:rPr lang="en-US" dirty="0" err="1"/>
              <a:t>hiển</a:t>
            </a:r>
            <a:r>
              <a:rPr lang="en-US" dirty="0"/>
              <a:t> </a:t>
            </a:r>
            <a:r>
              <a:rPr lang="en-US" dirty="0" err="1"/>
              <a:t>thị</a:t>
            </a:r>
            <a:r>
              <a:rPr lang="en-US" dirty="0"/>
              <a:t> </a:t>
            </a:r>
            <a:r>
              <a:rPr lang="en-US" dirty="0" err="1"/>
              <a:t>những</a:t>
            </a:r>
            <a:r>
              <a:rPr lang="en-US" dirty="0"/>
              <a:t> </a:t>
            </a:r>
            <a:r>
              <a:rPr lang="en-US" dirty="0" err="1"/>
              <a:t>thông</a:t>
            </a:r>
            <a:r>
              <a:rPr lang="en-US" dirty="0"/>
              <a:t> tin </a:t>
            </a:r>
            <a:r>
              <a:rPr lang="en-US" dirty="0" err="1"/>
              <a:t>của</a:t>
            </a:r>
            <a:r>
              <a:rPr lang="en-US" dirty="0"/>
              <a:t> </a:t>
            </a:r>
            <a:r>
              <a:rPr lang="en-US" dirty="0" err="1"/>
              <a:t>cán</a:t>
            </a:r>
            <a:r>
              <a:rPr lang="en-US" dirty="0"/>
              <a:t> </a:t>
            </a:r>
            <a:r>
              <a:rPr lang="en-US" dirty="0" err="1"/>
              <a:t>bộ</a:t>
            </a:r>
            <a:r>
              <a:rPr lang="en-US" dirty="0"/>
              <a:t> </a:t>
            </a:r>
            <a:r>
              <a:rPr lang="en-US" dirty="0" err="1"/>
              <a:t>tương</a:t>
            </a:r>
            <a:r>
              <a:rPr lang="en-US" dirty="0"/>
              <a:t> </a:t>
            </a:r>
            <a:r>
              <a:rPr lang="en-US" dirty="0" err="1"/>
              <a:t>ứng</a:t>
            </a:r>
            <a:r>
              <a:rPr lang="en-US" dirty="0"/>
              <a:t> </a:t>
            </a:r>
            <a:r>
              <a:rPr lang="en-US" dirty="0" err="1"/>
              <a:t>với</a:t>
            </a:r>
            <a:r>
              <a:rPr lang="en-US" dirty="0"/>
              <a:t> </a:t>
            </a:r>
            <a:r>
              <a:rPr lang="en-US" dirty="0" err="1"/>
              <a:t>maCB</a:t>
            </a:r>
            <a:r>
              <a:rPr lang="en-US" dirty="0"/>
              <a:t> </a:t>
            </a:r>
            <a:r>
              <a:rPr lang="en-US" dirty="0" err="1"/>
              <a:t>được</a:t>
            </a:r>
            <a:r>
              <a:rPr lang="en-US" dirty="0"/>
              <a:t> </a:t>
            </a:r>
            <a:r>
              <a:rPr lang="en-US" dirty="0" err="1"/>
              <a:t>chọn</a:t>
            </a:r>
            <a:r>
              <a:rPr lang="en-US" dirty="0"/>
              <a:t>.</a:t>
            </a:r>
          </a:p>
        </p:txBody>
      </p:sp>
      <p:sp>
        <p:nvSpPr>
          <p:cNvPr id="4" name="Slide Number Placeholder 3"/>
          <p:cNvSpPr>
            <a:spLocks noGrp="1"/>
          </p:cNvSpPr>
          <p:nvPr>
            <p:ph type="sldNum" sz="quarter" idx="10"/>
          </p:nvPr>
        </p:nvSpPr>
        <p:spPr/>
        <p:txBody>
          <a:bodyPr/>
          <a:lstStyle/>
          <a:p>
            <a:fld id="{FD4BB625-6399-40EF-8D3C-B968FF32E6CB}" type="slidenum">
              <a:rPr lang="en-US" smtClean="0"/>
              <a:t>22</a:t>
            </a:fld>
            <a:endParaRPr lang="en-US"/>
          </a:p>
        </p:txBody>
      </p:sp>
    </p:spTree>
    <p:extLst>
      <p:ext uri="{BB962C8B-B14F-4D97-AF65-F5344CB8AC3E}">
        <p14:creationId xmlns:p14="http://schemas.microsoft.com/office/powerpoint/2010/main" val="23150822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5318" y="518978"/>
            <a:ext cx="10993967" cy="498475"/>
          </a:xfrm>
        </p:spPr>
        <p:txBody>
          <a:bodyPr/>
          <a:lstStyle/>
          <a:p>
            <a:r>
              <a:rPr lang="en-US" dirty="0" err="1"/>
              <a:t>Trang</a:t>
            </a:r>
            <a:r>
              <a:rPr lang="en-US" dirty="0"/>
              <a:t> </a:t>
            </a:r>
            <a:r>
              <a:rPr lang="en-US" dirty="0" err="1"/>
              <a:t>giao</a:t>
            </a:r>
            <a:r>
              <a:rPr lang="en-US" dirty="0"/>
              <a:t> </a:t>
            </a:r>
            <a:r>
              <a:rPr lang="en-US" dirty="0" err="1"/>
              <a:t>diện</a:t>
            </a:r>
            <a:r>
              <a:rPr lang="en-US" dirty="0"/>
              <a:t> Ajax_vd.aspx</a:t>
            </a:r>
          </a:p>
        </p:txBody>
      </p:sp>
      <p:sp>
        <p:nvSpPr>
          <p:cNvPr id="3" name="Content Placeholder 2"/>
          <p:cNvSpPr>
            <a:spLocks noGrp="1"/>
          </p:cNvSpPr>
          <p:nvPr>
            <p:ph idx="1"/>
          </p:nvPr>
        </p:nvSpPr>
        <p:spPr>
          <a:xfrm>
            <a:off x="831852" y="1017453"/>
            <a:ext cx="10367433" cy="3902075"/>
          </a:xfrm>
        </p:spPr>
        <p:txBody>
          <a:bodyPr/>
          <a:lstStyle/>
          <a:p>
            <a:r>
              <a:rPr lang="en-US" dirty="0"/>
              <a:t>Ta </a:t>
            </a:r>
            <a:r>
              <a:rPr lang="en-US" dirty="0" err="1"/>
              <a:t>đưa</a:t>
            </a:r>
            <a:r>
              <a:rPr lang="en-US" dirty="0"/>
              <a:t> </a:t>
            </a:r>
            <a:r>
              <a:rPr lang="en-US" dirty="0" err="1"/>
              <a:t>vào</a:t>
            </a:r>
            <a:r>
              <a:rPr lang="en-US" dirty="0"/>
              <a:t> </a:t>
            </a:r>
            <a:r>
              <a:rPr lang="en-US" dirty="0" err="1"/>
              <a:t>một</a:t>
            </a:r>
            <a:r>
              <a:rPr lang="en-US" dirty="0"/>
              <a:t> </a:t>
            </a:r>
            <a:r>
              <a:rPr lang="en-US" dirty="0" err="1"/>
              <a:t>danh</a:t>
            </a:r>
            <a:r>
              <a:rPr lang="en-US" dirty="0"/>
              <a:t> </a:t>
            </a:r>
            <a:r>
              <a:rPr lang="en-US" dirty="0" err="1"/>
              <a:t>sách</a:t>
            </a:r>
            <a:r>
              <a:rPr lang="en-US" dirty="0"/>
              <a:t> </a:t>
            </a:r>
            <a:r>
              <a:rPr lang="en-US" dirty="0" err="1"/>
              <a:t>DropDownlist</a:t>
            </a:r>
            <a:r>
              <a:rPr lang="en-US" dirty="0"/>
              <a:t> </a:t>
            </a:r>
            <a:r>
              <a:rPr lang="en-US" dirty="0" err="1"/>
              <a:t>với</a:t>
            </a:r>
            <a:r>
              <a:rPr lang="en-US" dirty="0"/>
              <a:t> </a:t>
            </a:r>
            <a:r>
              <a:rPr lang="en-US" dirty="0" err="1"/>
              <a:t>sự</a:t>
            </a:r>
            <a:r>
              <a:rPr lang="en-US" dirty="0"/>
              <a:t> </a:t>
            </a:r>
            <a:r>
              <a:rPr lang="en-US" dirty="0" err="1"/>
              <a:t>kiện</a:t>
            </a:r>
            <a:r>
              <a:rPr lang="en-US" dirty="0"/>
              <a:t> </a:t>
            </a:r>
            <a:r>
              <a:rPr lang="en-US" dirty="0" err="1"/>
              <a:t>Onchange</a:t>
            </a:r>
            <a:r>
              <a:rPr lang="en-US" dirty="0"/>
              <a:t> </a:t>
            </a:r>
            <a:r>
              <a:rPr lang="en-US" dirty="0" err="1"/>
              <a:t>xử</a:t>
            </a:r>
            <a:r>
              <a:rPr lang="en-US" dirty="0"/>
              <a:t> </a:t>
            </a:r>
            <a:r>
              <a:rPr lang="en-US" dirty="0" err="1"/>
              <a:t>lý</a:t>
            </a:r>
            <a:r>
              <a:rPr lang="en-US" dirty="0"/>
              <a:t> </a:t>
            </a:r>
            <a:r>
              <a:rPr lang="en-US" dirty="0" err="1"/>
              <a:t>hàm</a:t>
            </a:r>
            <a:r>
              <a:rPr lang="en-US" dirty="0"/>
              <a:t> </a:t>
            </a:r>
            <a:r>
              <a:rPr lang="en-US" dirty="0" err="1"/>
              <a:t>showCB</a:t>
            </a:r>
            <a:r>
              <a:rPr lang="en-US" dirty="0"/>
              <a:t>(</a:t>
            </a:r>
            <a:r>
              <a:rPr lang="en-US" dirty="0" err="1"/>
              <a:t>this.value</a:t>
            </a:r>
            <a:r>
              <a:rPr lang="en-US" dirty="0"/>
              <a:t>)</a:t>
            </a:r>
          </a:p>
        </p:txBody>
      </p:sp>
      <p:pic>
        <p:nvPicPr>
          <p:cNvPr id="4" name="Picture 3"/>
          <p:cNvPicPr>
            <a:picLocks noChangeAspect="1"/>
          </p:cNvPicPr>
          <p:nvPr/>
        </p:nvPicPr>
        <p:blipFill>
          <a:blip r:embed="rId2"/>
          <a:stretch>
            <a:fillRect/>
          </a:stretch>
        </p:blipFill>
        <p:spPr>
          <a:xfrm>
            <a:off x="980368" y="1988956"/>
            <a:ext cx="10684763" cy="4529410"/>
          </a:xfrm>
          <a:prstGeom prst="rect">
            <a:avLst/>
          </a:prstGeom>
        </p:spPr>
      </p:pic>
      <p:sp>
        <p:nvSpPr>
          <p:cNvPr id="5" name="Slide Number Placeholder 4"/>
          <p:cNvSpPr>
            <a:spLocks noGrp="1"/>
          </p:cNvSpPr>
          <p:nvPr>
            <p:ph type="sldNum" sz="quarter" idx="10"/>
          </p:nvPr>
        </p:nvSpPr>
        <p:spPr/>
        <p:txBody>
          <a:bodyPr/>
          <a:lstStyle/>
          <a:p>
            <a:fld id="{FD4BB625-6399-40EF-8D3C-B968FF32E6CB}" type="slidenum">
              <a:rPr lang="en-US" smtClean="0"/>
              <a:t>23</a:t>
            </a:fld>
            <a:endParaRPr lang="en-US"/>
          </a:p>
        </p:txBody>
      </p:sp>
    </p:spTree>
    <p:extLst>
      <p:ext uri="{BB962C8B-B14F-4D97-AF65-F5344CB8AC3E}">
        <p14:creationId xmlns:p14="http://schemas.microsoft.com/office/powerpoint/2010/main" val="35061810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1444" y="411741"/>
            <a:ext cx="10993967" cy="498475"/>
          </a:xfrm>
        </p:spPr>
        <p:txBody>
          <a:bodyPr/>
          <a:lstStyle/>
          <a:p>
            <a:r>
              <a:rPr lang="en-US" dirty="0" err="1"/>
              <a:t>Trang</a:t>
            </a:r>
            <a:r>
              <a:rPr lang="en-US" dirty="0"/>
              <a:t> </a:t>
            </a:r>
            <a:r>
              <a:rPr lang="en-US" dirty="0" err="1"/>
              <a:t>giao</a:t>
            </a:r>
            <a:r>
              <a:rPr lang="en-US" dirty="0"/>
              <a:t> </a:t>
            </a:r>
            <a:r>
              <a:rPr lang="en-US" dirty="0" err="1"/>
              <a:t>diện</a:t>
            </a:r>
            <a:r>
              <a:rPr lang="en-US" dirty="0"/>
              <a:t> Ajax_vd.aspx</a:t>
            </a:r>
          </a:p>
        </p:txBody>
      </p:sp>
      <p:sp>
        <p:nvSpPr>
          <p:cNvPr id="3" name="Content Placeholder 2"/>
          <p:cNvSpPr>
            <a:spLocks noGrp="1"/>
          </p:cNvSpPr>
          <p:nvPr>
            <p:ph idx="1"/>
          </p:nvPr>
        </p:nvSpPr>
        <p:spPr>
          <a:xfrm>
            <a:off x="831851" y="910216"/>
            <a:ext cx="10833279" cy="3902075"/>
          </a:xfrm>
        </p:spPr>
        <p:txBody>
          <a:bodyPr/>
          <a:lstStyle/>
          <a:p>
            <a:r>
              <a:rPr lang="en-US" dirty="0" err="1"/>
              <a:t>Chèn</a:t>
            </a:r>
            <a:r>
              <a:rPr lang="en-US" dirty="0"/>
              <a:t> </a:t>
            </a:r>
            <a:r>
              <a:rPr lang="en-US" dirty="0" err="1"/>
              <a:t>thêm</a:t>
            </a:r>
            <a:r>
              <a:rPr lang="en-US" dirty="0"/>
              <a:t> </a:t>
            </a:r>
            <a:r>
              <a:rPr lang="en-US" dirty="0" err="1"/>
              <a:t>đối</a:t>
            </a:r>
            <a:r>
              <a:rPr lang="en-US" dirty="0"/>
              <a:t> </a:t>
            </a:r>
            <a:r>
              <a:rPr lang="en-US" dirty="0" err="1"/>
              <a:t>tượng</a:t>
            </a:r>
            <a:r>
              <a:rPr lang="en-US" dirty="0"/>
              <a:t> XMLHTTPREQUEST </a:t>
            </a:r>
            <a:r>
              <a:rPr lang="en-US" dirty="0" err="1"/>
              <a:t>trong</a:t>
            </a:r>
            <a:r>
              <a:rPr lang="en-US" dirty="0"/>
              <a:t> </a:t>
            </a:r>
            <a:r>
              <a:rPr lang="en-US" dirty="0" err="1"/>
              <a:t>thẻ</a:t>
            </a:r>
            <a:r>
              <a:rPr lang="en-US" dirty="0"/>
              <a:t> &lt;Script&gt;…&lt;,/Script&gt; </a:t>
            </a:r>
            <a:r>
              <a:rPr lang="en-US" dirty="0" err="1"/>
              <a:t>đặt</a:t>
            </a:r>
            <a:r>
              <a:rPr lang="en-US" dirty="0"/>
              <a:t> </a:t>
            </a:r>
            <a:r>
              <a:rPr lang="en-US" dirty="0" err="1"/>
              <a:t>tại</a:t>
            </a:r>
            <a:r>
              <a:rPr lang="en-US" dirty="0"/>
              <a:t> </a:t>
            </a:r>
            <a:r>
              <a:rPr lang="en-US" dirty="0" err="1"/>
              <a:t>đầu</a:t>
            </a:r>
            <a:r>
              <a:rPr lang="en-US" dirty="0"/>
              <a:t> </a:t>
            </a:r>
            <a:r>
              <a:rPr lang="en-US" dirty="0" err="1"/>
              <a:t>trang</a:t>
            </a:r>
            <a:endParaRPr lang="en-US" dirty="0"/>
          </a:p>
        </p:txBody>
      </p:sp>
      <p:pic>
        <p:nvPicPr>
          <p:cNvPr id="5" name="Picture 4"/>
          <p:cNvPicPr>
            <a:picLocks noChangeAspect="1"/>
          </p:cNvPicPr>
          <p:nvPr/>
        </p:nvPicPr>
        <p:blipFill>
          <a:blip r:embed="rId2"/>
          <a:stretch>
            <a:fillRect/>
          </a:stretch>
        </p:blipFill>
        <p:spPr>
          <a:xfrm>
            <a:off x="1408153" y="1730402"/>
            <a:ext cx="9680676" cy="5127598"/>
          </a:xfrm>
          <a:prstGeom prst="rect">
            <a:avLst/>
          </a:prstGeom>
        </p:spPr>
      </p:pic>
      <p:sp>
        <p:nvSpPr>
          <p:cNvPr id="4" name="Slide Number Placeholder 3"/>
          <p:cNvSpPr>
            <a:spLocks noGrp="1"/>
          </p:cNvSpPr>
          <p:nvPr>
            <p:ph type="sldNum" sz="quarter" idx="10"/>
          </p:nvPr>
        </p:nvSpPr>
        <p:spPr/>
        <p:txBody>
          <a:bodyPr/>
          <a:lstStyle/>
          <a:p>
            <a:fld id="{FD4BB625-6399-40EF-8D3C-B968FF32E6CB}" type="slidenum">
              <a:rPr lang="en-US" smtClean="0"/>
              <a:t>24</a:t>
            </a:fld>
            <a:endParaRPr lang="en-US"/>
          </a:p>
        </p:txBody>
      </p:sp>
    </p:spTree>
    <p:extLst>
      <p:ext uri="{BB962C8B-B14F-4D97-AF65-F5344CB8AC3E}">
        <p14:creationId xmlns:p14="http://schemas.microsoft.com/office/powerpoint/2010/main" val="10440963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Code </a:t>
            </a:r>
            <a:r>
              <a:rPr lang="en-US" dirty="0" err="1"/>
              <a:t>behide</a:t>
            </a:r>
            <a:r>
              <a:rPr lang="en-US" dirty="0"/>
              <a:t> </a:t>
            </a:r>
            <a:r>
              <a:rPr lang="en-US" dirty="0" err="1"/>
              <a:t>của</a:t>
            </a:r>
            <a:r>
              <a:rPr lang="en-US" dirty="0"/>
              <a:t> </a:t>
            </a:r>
            <a:r>
              <a:rPr lang="en-US" dirty="0" err="1"/>
              <a:t>trang</a:t>
            </a:r>
            <a:r>
              <a:rPr lang="en-US" dirty="0"/>
              <a:t> Ajax_xuly.aspx</a:t>
            </a:r>
          </a:p>
        </p:txBody>
      </p:sp>
      <p:pic>
        <p:nvPicPr>
          <p:cNvPr id="4" name="Content Placeholder 3"/>
          <p:cNvPicPr>
            <a:picLocks noGrp="1" noChangeAspect="1"/>
          </p:cNvPicPr>
          <p:nvPr>
            <p:ph idx="1"/>
          </p:nvPr>
        </p:nvPicPr>
        <p:blipFill>
          <a:blip r:embed="rId2"/>
          <a:stretch>
            <a:fillRect/>
          </a:stretch>
        </p:blipFill>
        <p:spPr>
          <a:xfrm>
            <a:off x="371914" y="1513706"/>
            <a:ext cx="11482265" cy="4599712"/>
          </a:xfrm>
          <a:prstGeom prst="rect">
            <a:avLst/>
          </a:prstGeom>
        </p:spPr>
      </p:pic>
      <p:sp>
        <p:nvSpPr>
          <p:cNvPr id="3" name="Slide Number Placeholder 2"/>
          <p:cNvSpPr>
            <a:spLocks noGrp="1"/>
          </p:cNvSpPr>
          <p:nvPr>
            <p:ph type="sldNum" sz="quarter" idx="10"/>
          </p:nvPr>
        </p:nvSpPr>
        <p:spPr/>
        <p:txBody>
          <a:bodyPr/>
          <a:lstStyle/>
          <a:p>
            <a:fld id="{FD4BB625-6399-40EF-8D3C-B968FF32E6CB}" type="slidenum">
              <a:rPr lang="en-US" smtClean="0"/>
              <a:t>25</a:t>
            </a:fld>
            <a:endParaRPr lang="en-US"/>
          </a:p>
        </p:txBody>
      </p:sp>
    </p:spTree>
    <p:extLst>
      <p:ext uri="{BB962C8B-B14F-4D97-AF65-F5344CB8AC3E}">
        <p14:creationId xmlns:p14="http://schemas.microsoft.com/office/powerpoint/2010/main" val="28215155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3.2. </a:t>
            </a:r>
            <a:r>
              <a:rPr lang="en-US" dirty="0" err="1"/>
              <a:t>ASP.Net</a:t>
            </a:r>
            <a:r>
              <a:rPr lang="en-US" dirty="0"/>
              <a:t> Ajax Server Control</a:t>
            </a:r>
          </a:p>
        </p:txBody>
      </p:sp>
      <p:sp>
        <p:nvSpPr>
          <p:cNvPr id="3" name="Content Placeholder 2"/>
          <p:cNvSpPr>
            <a:spLocks noGrp="1"/>
          </p:cNvSpPr>
          <p:nvPr>
            <p:ph idx="1"/>
          </p:nvPr>
        </p:nvSpPr>
        <p:spPr/>
        <p:txBody>
          <a:bodyPr/>
          <a:lstStyle/>
          <a:p>
            <a:r>
              <a:rPr lang="vi-VN" dirty="0"/>
              <a:t>ASP.Net Ajax server controls bao gồm các mã của server và client tương tác với nhau để xử lý các yêu cầu từ client. </a:t>
            </a:r>
            <a:endParaRPr lang="en-US" dirty="0"/>
          </a:p>
          <a:p>
            <a:r>
              <a:rPr lang="vi-VN" dirty="0"/>
              <a:t>Khi thêm các Ajax control vào trong trang ASP.Net  nó sẽ tự động gửi các script đến trình duyệt để thực hiện các chức năng Ajax. </a:t>
            </a:r>
            <a:endParaRPr lang="en-US" dirty="0"/>
          </a:p>
          <a:p>
            <a:r>
              <a:rPr lang="vi-VN" dirty="0"/>
              <a:t>Chúng ta có thể cung cấp thêm các đoạn mã ở phía client để tùy biến các chức năng cho Ajax control. </a:t>
            </a:r>
            <a:endParaRPr lang="en-US" dirty="0"/>
          </a:p>
        </p:txBody>
      </p:sp>
      <p:sp>
        <p:nvSpPr>
          <p:cNvPr id="4" name="Slide Number Placeholder 3"/>
          <p:cNvSpPr>
            <a:spLocks noGrp="1"/>
          </p:cNvSpPr>
          <p:nvPr>
            <p:ph type="sldNum" sz="quarter" idx="10"/>
          </p:nvPr>
        </p:nvSpPr>
        <p:spPr/>
        <p:txBody>
          <a:bodyPr/>
          <a:lstStyle/>
          <a:p>
            <a:fld id="{FD4BB625-6399-40EF-8D3C-B968FF32E6CB}" type="slidenum">
              <a:rPr lang="en-US" smtClean="0"/>
              <a:t>26</a:t>
            </a:fld>
            <a:endParaRPr lang="en-US"/>
          </a:p>
        </p:txBody>
      </p:sp>
    </p:spTree>
    <p:extLst>
      <p:ext uri="{BB962C8B-B14F-4D97-AF65-F5344CB8AC3E}">
        <p14:creationId xmlns:p14="http://schemas.microsoft.com/office/powerpoint/2010/main" val="26876559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3.2. </a:t>
            </a:r>
            <a:r>
              <a:rPr lang="en-US" dirty="0" err="1"/>
              <a:t>ASP.Net</a:t>
            </a:r>
            <a:r>
              <a:rPr lang="en-US" dirty="0"/>
              <a:t> Ajax Server Control</a:t>
            </a:r>
          </a:p>
        </p:txBody>
      </p:sp>
      <p:sp>
        <p:nvSpPr>
          <p:cNvPr id="3" name="Content Placeholder 2"/>
          <p:cNvSpPr>
            <a:spLocks noGrp="1"/>
          </p:cNvSpPr>
          <p:nvPr>
            <p:ph idx="1"/>
          </p:nvPr>
        </p:nvSpPr>
        <p:spPr>
          <a:xfrm>
            <a:off x="831852" y="1370014"/>
            <a:ext cx="10367433" cy="3902075"/>
          </a:xfrm>
        </p:spPr>
        <p:txBody>
          <a:bodyPr/>
          <a:lstStyle/>
          <a:p>
            <a:r>
              <a:rPr lang="vi-VN" dirty="0"/>
              <a:t>Ajax control gồm các control sau đây : </a:t>
            </a:r>
            <a:endParaRPr lang="en-US" dirty="0"/>
          </a:p>
          <a:p>
            <a:pPr lvl="1"/>
            <a:r>
              <a:rPr lang="vi-VN" dirty="0"/>
              <a:t>ScriptManager control:  Quản lý các script cho các thành phần client, partial-page rendering, localization, globalization và scripts của người dùng. Control này được yêu cầu sử dụng cho các controls : UpdatePanel, UpdateProgress và Timer controls. </a:t>
            </a:r>
            <a:endParaRPr lang="en-US" dirty="0"/>
          </a:p>
          <a:p>
            <a:pPr lvl="1"/>
            <a:r>
              <a:rPr lang="vi-VN" dirty="0"/>
              <a:t>UpdatePanel: cho phép các bạn refresh một phần của trang ASP.Net thay vì refresh toàn bộ trang sử dụng postback.</a:t>
            </a:r>
            <a:endParaRPr lang="en-US" dirty="0"/>
          </a:p>
          <a:p>
            <a:pPr lvl="1"/>
            <a:r>
              <a:rPr lang="vi-VN" dirty="0"/>
              <a:t>UpdateProgress: Cung cấp thông tin các trang thái về partial-page update trong UpdatePanel control. </a:t>
            </a:r>
            <a:endParaRPr lang="en-US" dirty="0"/>
          </a:p>
          <a:p>
            <a:pPr lvl="1"/>
            <a:r>
              <a:rPr lang="vi-VN" dirty="0"/>
              <a:t>Timer: thực hiện việc postback trong một khoảng thời gian được chỉ định. Chúng ta có thể sử dụng control này để post toàn bộ trang hoặc sử dụng  cùng với Update Panel control thực hiện partial-page update (chỉ một phần nào đó trên trang ASP.Net được thay đổi) với một khoảng thời gian chỉ định. </a:t>
            </a:r>
            <a:endParaRPr lang="en-US" dirty="0"/>
          </a:p>
        </p:txBody>
      </p:sp>
      <p:sp>
        <p:nvSpPr>
          <p:cNvPr id="4" name="Slide Number Placeholder 3"/>
          <p:cNvSpPr>
            <a:spLocks noGrp="1"/>
          </p:cNvSpPr>
          <p:nvPr>
            <p:ph type="sldNum" sz="quarter" idx="10"/>
          </p:nvPr>
        </p:nvSpPr>
        <p:spPr/>
        <p:txBody>
          <a:bodyPr/>
          <a:lstStyle/>
          <a:p>
            <a:fld id="{FD4BB625-6399-40EF-8D3C-B968FF32E6CB}" type="slidenum">
              <a:rPr lang="en-US" smtClean="0"/>
              <a:t>27</a:t>
            </a:fld>
            <a:endParaRPr lang="en-US"/>
          </a:p>
        </p:txBody>
      </p:sp>
    </p:spTree>
    <p:extLst>
      <p:ext uri="{BB962C8B-B14F-4D97-AF65-F5344CB8AC3E}">
        <p14:creationId xmlns:p14="http://schemas.microsoft.com/office/powerpoint/2010/main" val="19506375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7866" y="408715"/>
            <a:ext cx="10993967" cy="498475"/>
          </a:xfrm>
        </p:spPr>
        <p:txBody>
          <a:bodyPr/>
          <a:lstStyle/>
          <a:p>
            <a:r>
              <a:rPr lang="en-US" dirty="0" err="1"/>
              <a:t>Ví</a:t>
            </a:r>
            <a:r>
              <a:rPr lang="en-US" dirty="0"/>
              <a:t> </a:t>
            </a:r>
            <a:r>
              <a:rPr lang="en-US" dirty="0" err="1"/>
              <a:t>dụ</a:t>
            </a:r>
            <a:r>
              <a:rPr lang="en-US" dirty="0"/>
              <a:t>: </a:t>
            </a:r>
            <a:r>
              <a:rPr lang="en-US" dirty="0" err="1"/>
              <a:t>tạo</a:t>
            </a:r>
            <a:r>
              <a:rPr lang="en-US" dirty="0"/>
              <a:t> </a:t>
            </a:r>
            <a:r>
              <a:rPr lang="en-US" dirty="0" err="1"/>
              <a:t>trang</a:t>
            </a:r>
            <a:r>
              <a:rPr lang="en-US" dirty="0"/>
              <a:t> </a:t>
            </a:r>
            <a:r>
              <a:rPr lang="en-US" dirty="0" err="1"/>
              <a:t>lấy</a:t>
            </a:r>
            <a:r>
              <a:rPr lang="en-US" dirty="0"/>
              <a:t> </a:t>
            </a:r>
            <a:r>
              <a:rPr lang="en-US" dirty="0" err="1"/>
              <a:t>giờ</a:t>
            </a:r>
            <a:r>
              <a:rPr lang="en-US" dirty="0"/>
              <a:t> </a:t>
            </a:r>
            <a:r>
              <a:rPr lang="en-US" dirty="0" err="1"/>
              <a:t>hiện</a:t>
            </a:r>
            <a:r>
              <a:rPr lang="en-US" dirty="0"/>
              <a:t> </a:t>
            </a:r>
            <a:r>
              <a:rPr lang="en-US" dirty="0" err="1"/>
              <a:t>hành</a:t>
            </a:r>
            <a:endParaRPr lang="en-US" dirty="0"/>
          </a:p>
        </p:txBody>
      </p:sp>
      <p:sp>
        <p:nvSpPr>
          <p:cNvPr id="3" name="Content Placeholder 2"/>
          <p:cNvSpPr>
            <a:spLocks noGrp="1"/>
          </p:cNvSpPr>
          <p:nvPr>
            <p:ph idx="1"/>
          </p:nvPr>
        </p:nvSpPr>
        <p:spPr>
          <a:xfrm>
            <a:off x="914400" y="907190"/>
            <a:ext cx="10367433" cy="3902075"/>
          </a:xfrm>
        </p:spPr>
        <p:txBody>
          <a:bodyPr/>
          <a:lstStyle/>
          <a:p>
            <a:r>
              <a:rPr lang="en-US" dirty="0" err="1"/>
              <a:t>Phần</a:t>
            </a:r>
            <a:r>
              <a:rPr lang="en-US" dirty="0"/>
              <a:t> </a:t>
            </a:r>
            <a:r>
              <a:rPr lang="en-US" dirty="0" err="1"/>
              <a:t>giao</a:t>
            </a:r>
            <a:r>
              <a:rPr lang="en-US" dirty="0"/>
              <a:t> </a:t>
            </a:r>
            <a:r>
              <a:rPr lang="en-US" dirty="0" err="1"/>
              <a:t>diện</a:t>
            </a:r>
            <a:endParaRPr lang="en-US" dirty="0"/>
          </a:p>
          <a:p>
            <a:endParaRPr lang="en-US" dirty="0"/>
          </a:p>
        </p:txBody>
      </p:sp>
      <p:pic>
        <p:nvPicPr>
          <p:cNvPr id="5" name="Picture 4"/>
          <p:cNvPicPr>
            <a:picLocks noChangeAspect="1"/>
          </p:cNvPicPr>
          <p:nvPr/>
        </p:nvPicPr>
        <p:blipFill>
          <a:blip r:embed="rId2"/>
          <a:stretch>
            <a:fillRect/>
          </a:stretch>
        </p:blipFill>
        <p:spPr>
          <a:xfrm>
            <a:off x="1094497" y="1405664"/>
            <a:ext cx="9733385" cy="5047387"/>
          </a:xfrm>
          <a:prstGeom prst="rect">
            <a:avLst/>
          </a:prstGeom>
        </p:spPr>
      </p:pic>
      <p:sp>
        <p:nvSpPr>
          <p:cNvPr id="4" name="Slide Number Placeholder 3"/>
          <p:cNvSpPr>
            <a:spLocks noGrp="1"/>
          </p:cNvSpPr>
          <p:nvPr>
            <p:ph type="sldNum" sz="quarter" idx="10"/>
          </p:nvPr>
        </p:nvSpPr>
        <p:spPr/>
        <p:txBody>
          <a:bodyPr/>
          <a:lstStyle/>
          <a:p>
            <a:fld id="{FD4BB625-6399-40EF-8D3C-B968FF32E6CB}" type="slidenum">
              <a:rPr lang="en-US" smtClean="0"/>
              <a:t>28</a:t>
            </a:fld>
            <a:endParaRPr lang="en-US"/>
          </a:p>
        </p:txBody>
      </p:sp>
    </p:spTree>
    <p:extLst>
      <p:ext uri="{BB962C8B-B14F-4D97-AF65-F5344CB8AC3E}">
        <p14:creationId xmlns:p14="http://schemas.microsoft.com/office/powerpoint/2010/main" val="27033865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Trang</a:t>
            </a:r>
            <a:r>
              <a:rPr lang="en-US" dirty="0"/>
              <a:t> code </a:t>
            </a:r>
            <a:r>
              <a:rPr lang="en-US" dirty="0" err="1"/>
              <a:t>behide</a:t>
            </a:r>
            <a:endParaRPr lang="en-US" dirty="0"/>
          </a:p>
        </p:txBody>
      </p:sp>
      <p:pic>
        <p:nvPicPr>
          <p:cNvPr id="4" name="Content Placeholder 3"/>
          <p:cNvPicPr>
            <a:picLocks noGrp="1" noChangeAspect="1"/>
          </p:cNvPicPr>
          <p:nvPr>
            <p:ph idx="1"/>
          </p:nvPr>
        </p:nvPicPr>
        <p:blipFill>
          <a:blip r:embed="rId2"/>
          <a:stretch>
            <a:fillRect/>
          </a:stretch>
        </p:blipFill>
        <p:spPr>
          <a:xfrm>
            <a:off x="604610" y="1737360"/>
            <a:ext cx="10637950" cy="4075611"/>
          </a:xfrm>
          <a:prstGeom prst="rect">
            <a:avLst/>
          </a:prstGeom>
        </p:spPr>
      </p:pic>
      <p:sp>
        <p:nvSpPr>
          <p:cNvPr id="3" name="Slide Number Placeholder 2"/>
          <p:cNvSpPr>
            <a:spLocks noGrp="1"/>
          </p:cNvSpPr>
          <p:nvPr>
            <p:ph type="sldNum" sz="quarter" idx="10"/>
          </p:nvPr>
        </p:nvSpPr>
        <p:spPr/>
        <p:txBody>
          <a:bodyPr/>
          <a:lstStyle/>
          <a:p>
            <a:fld id="{FD4BB625-6399-40EF-8D3C-B968FF32E6CB}" type="slidenum">
              <a:rPr lang="en-US" smtClean="0"/>
              <a:t>29</a:t>
            </a:fld>
            <a:endParaRPr lang="en-US"/>
          </a:p>
        </p:txBody>
      </p:sp>
    </p:spTree>
    <p:extLst>
      <p:ext uri="{BB962C8B-B14F-4D97-AF65-F5344CB8AC3E}">
        <p14:creationId xmlns:p14="http://schemas.microsoft.com/office/powerpoint/2010/main" val="125038323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AJAX CONTROL TOOLKIT</a:t>
            </a:r>
          </a:p>
        </p:txBody>
      </p:sp>
      <p:sp>
        <p:nvSpPr>
          <p:cNvPr id="3" name="Content Placeholder 2"/>
          <p:cNvSpPr>
            <a:spLocks noGrp="1"/>
          </p:cNvSpPr>
          <p:nvPr>
            <p:ph idx="1"/>
          </p:nvPr>
        </p:nvSpPr>
        <p:spPr/>
        <p:txBody>
          <a:bodyPr/>
          <a:lstStyle/>
          <a:p>
            <a:r>
              <a:rPr lang="vi-VN" dirty="0"/>
              <a:t>Ajax Control Toolkit chứa một tập phong phú các điều khiển mà bạn có thể sử dụng để xây dựng các ứng dụng ASP.NET Web Forms cho phép đáp ứng và tương tác cao với Ajax</a:t>
            </a:r>
            <a:endParaRPr lang="en-US" dirty="0"/>
          </a:p>
          <a:p>
            <a:r>
              <a:rPr lang="en-US" dirty="0"/>
              <a:t> </a:t>
            </a:r>
            <a:r>
              <a:rPr lang="en-US" dirty="0" err="1"/>
              <a:t>Tải</a:t>
            </a:r>
            <a:r>
              <a:rPr lang="en-US" dirty="0"/>
              <a:t> Ajax Control Toolkit </a:t>
            </a:r>
            <a:r>
              <a:rPr lang="en-US" dirty="0" err="1"/>
              <a:t>tại</a:t>
            </a:r>
            <a:r>
              <a:rPr lang="en-US" dirty="0"/>
              <a:t> </a:t>
            </a:r>
            <a:r>
              <a:rPr lang="en-US" dirty="0" err="1"/>
              <a:t>địa</a:t>
            </a:r>
            <a:r>
              <a:rPr lang="en-US" dirty="0"/>
              <a:t> </a:t>
            </a:r>
            <a:r>
              <a:rPr lang="en-US" dirty="0" err="1"/>
              <a:t>chỉ</a:t>
            </a:r>
            <a:r>
              <a:rPr lang="en-US" dirty="0"/>
              <a:t> </a:t>
            </a:r>
            <a:r>
              <a:rPr lang="en-US" dirty="0" err="1"/>
              <a:t>sau</a:t>
            </a:r>
            <a:r>
              <a:rPr lang="en-US" dirty="0"/>
              <a:t>  http://ajaxcontroltoolkit.codeplex.com/</a:t>
            </a:r>
          </a:p>
        </p:txBody>
      </p:sp>
      <p:sp>
        <p:nvSpPr>
          <p:cNvPr id="4" name="Slide Number Placeholder 3"/>
          <p:cNvSpPr>
            <a:spLocks noGrp="1"/>
          </p:cNvSpPr>
          <p:nvPr>
            <p:ph type="sldNum" sz="quarter" idx="10"/>
          </p:nvPr>
        </p:nvSpPr>
        <p:spPr/>
        <p:txBody>
          <a:bodyPr/>
          <a:lstStyle/>
          <a:p>
            <a:fld id="{FD4BB625-6399-40EF-8D3C-B968FF32E6CB}" type="slidenum">
              <a:rPr lang="en-US" smtClean="0"/>
              <a:t>30</a:t>
            </a:fld>
            <a:endParaRPr lang="en-US"/>
          </a:p>
        </p:txBody>
      </p:sp>
    </p:spTree>
    <p:extLst>
      <p:ext uri="{BB962C8B-B14F-4D97-AF65-F5344CB8AC3E}">
        <p14:creationId xmlns:p14="http://schemas.microsoft.com/office/powerpoint/2010/main" val="4247583553"/>
      </p:ext>
    </p:extLst>
  </p:cSld>
  <p:clrMapOvr>
    <a:masterClrMapping/>
  </p:clrMapOvr>
</p:sld>
</file>

<file path=ppt/theme/theme1.xml><?xml version="1.0" encoding="utf-8"?>
<a:theme xmlns:a="http://schemas.openxmlformats.org/drawingml/2006/main" name="theme_baigiang">
  <a:themeElements>
    <a:clrScheme name="System i5 simplify pearl 1">
      <a:dk1>
        <a:srgbClr val="000000"/>
      </a:dk1>
      <a:lt1>
        <a:srgbClr val="FFFFFF"/>
      </a:lt1>
      <a:dk2>
        <a:srgbClr val="7889FB"/>
      </a:dk2>
      <a:lt2>
        <a:srgbClr val="808080"/>
      </a:lt2>
      <a:accent1>
        <a:srgbClr val="7889FB"/>
      </a:accent1>
      <a:accent2>
        <a:srgbClr val="2DB6B3"/>
      </a:accent2>
      <a:accent3>
        <a:srgbClr val="FFFFFF"/>
      </a:accent3>
      <a:accent4>
        <a:srgbClr val="000000"/>
      </a:accent4>
      <a:accent5>
        <a:srgbClr val="BEC4FD"/>
      </a:accent5>
      <a:accent6>
        <a:srgbClr val="28A5A2"/>
      </a:accent6>
      <a:hlink>
        <a:srgbClr val="C0C0C0"/>
      </a:hlink>
      <a:folHlink>
        <a:srgbClr val="D18213"/>
      </a:folHlink>
    </a:clrScheme>
    <a:fontScheme name="System i5 simplify pearl">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rgbClr val="FF0000"/>
          </a:solidFill>
          <a:prstDash val="solid"/>
          <a:round/>
          <a:headEnd type="none" w="med" len="med"/>
          <a:tailEnd type="none" w="med" len="med"/>
        </a:ln>
        <a:effectLst/>
      </a:spPr>
      <a:bodyPr vert="horz" wrap="none" lIns="91424" tIns="45712" rIns="91424" bIns="45712" numCol="1" anchor="ctr" anchorCtr="0" compatLnSpc="1">
        <a:prstTxWarp prst="textNoShape">
          <a:avLst/>
        </a:prstTxWarp>
      </a:bodyPr>
      <a:lstStyle>
        <a:defPPr marL="457200" marR="0" indent="-227013" algn="ctr" defTabSz="914400" rtl="0" eaLnBrk="1" fontAlgn="base" latinLnBrk="0" hangingPunct="1">
          <a:lnSpc>
            <a:spcPct val="80000"/>
          </a:lnSpc>
          <a:spcBef>
            <a:spcPct val="25000"/>
          </a:spcBef>
          <a:spcAft>
            <a:spcPct val="15000"/>
          </a:spcAft>
          <a:buClr>
            <a:srgbClr val="6CA6B8"/>
          </a:buClr>
          <a:buSzTx/>
          <a:buFont typeface="Arial" charset="0"/>
          <a:buChar char="–"/>
          <a:tabLst/>
          <a:defRPr kumimoji="0" lang="en-US" sz="1600" b="0" i="0" u="none" strike="noStrike" cap="none" normalizeH="0" baseline="0" smtClean="0">
            <a:ln>
              <a:noFill/>
            </a:ln>
            <a:solidFill>
              <a:schemeClr val="tx1"/>
            </a:solidFill>
            <a:effectLst/>
            <a:latin typeface="Arial" charset="0"/>
            <a:ea typeface="MS PGothic" pitchFamily="34" charset="-128"/>
            <a:cs typeface="Arial" charset="0"/>
          </a:defRPr>
        </a:defPPr>
      </a:lstStyle>
    </a:spDef>
    <a:lnDef>
      <a:spPr bwMode="auto">
        <a:xfrm>
          <a:off x="0" y="0"/>
          <a:ext cx="1" cy="1"/>
        </a:xfrm>
        <a:custGeom>
          <a:avLst/>
          <a:gdLst/>
          <a:ahLst/>
          <a:cxnLst/>
          <a:rect l="0" t="0" r="0" b="0"/>
          <a:pathLst/>
        </a:custGeom>
        <a:noFill/>
        <a:ln w="9525" cap="flat" cmpd="sng" algn="ctr">
          <a:solidFill>
            <a:srgbClr val="FF0000"/>
          </a:solidFill>
          <a:prstDash val="solid"/>
          <a:round/>
          <a:headEnd type="none" w="med" len="med"/>
          <a:tailEnd type="none" w="med" len="med"/>
        </a:ln>
        <a:effectLst/>
      </a:spPr>
      <a:bodyPr vert="horz" wrap="none" lIns="91424" tIns="45712" rIns="91424" bIns="45712" numCol="1" anchor="ctr" anchorCtr="0" compatLnSpc="1">
        <a:prstTxWarp prst="textNoShape">
          <a:avLst/>
        </a:prstTxWarp>
      </a:bodyPr>
      <a:lstStyle>
        <a:defPPr marL="457200" marR="0" indent="-227013" algn="ctr" defTabSz="914400" rtl="0" eaLnBrk="1" fontAlgn="base" latinLnBrk="0" hangingPunct="1">
          <a:lnSpc>
            <a:spcPct val="80000"/>
          </a:lnSpc>
          <a:spcBef>
            <a:spcPct val="25000"/>
          </a:spcBef>
          <a:spcAft>
            <a:spcPct val="15000"/>
          </a:spcAft>
          <a:buClr>
            <a:srgbClr val="6CA6B8"/>
          </a:buClr>
          <a:buSzTx/>
          <a:buFont typeface="Arial" charset="0"/>
          <a:buChar char="–"/>
          <a:tabLst/>
          <a:defRPr kumimoji="0" lang="en-US" sz="1600" b="0" i="0" u="none" strike="noStrike" cap="none" normalizeH="0" baseline="0" smtClean="0">
            <a:ln>
              <a:noFill/>
            </a:ln>
            <a:solidFill>
              <a:schemeClr val="tx1"/>
            </a:solidFill>
            <a:effectLst/>
            <a:latin typeface="Arial" charset="0"/>
            <a:ea typeface="MS PGothic" pitchFamily="34" charset="-128"/>
            <a:cs typeface="Arial" charset="0"/>
          </a:defRPr>
        </a:defPPr>
      </a:lstStyle>
    </a:lnDef>
  </a:objectDefaults>
  <a:extraClrSchemeLst>
    <a:extraClrScheme>
      <a:clrScheme name="System i5 simplify pearl 1">
        <a:dk1>
          <a:srgbClr val="000000"/>
        </a:dk1>
        <a:lt1>
          <a:srgbClr val="FFFFFF"/>
        </a:lt1>
        <a:dk2>
          <a:srgbClr val="7889FB"/>
        </a:dk2>
        <a:lt2>
          <a:srgbClr val="808080"/>
        </a:lt2>
        <a:accent1>
          <a:srgbClr val="7889FB"/>
        </a:accent1>
        <a:accent2>
          <a:srgbClr val="2DB6B3"/>
        </a:accent2>
        <a:accent3>
          <a:srgbClr val="FFFFFF"/>
        </a:accent3>
        <a:accent4>
          <a:srgbClr val="000000"/>
        </a:accent4>
        <a:accent5>
          <a:srgbClr val="BEC4FD"/>
        </a:accent5>
        <a:accent6>
          <a:srgbClr val="28A5A2"/>
        </a:accent6>
        <a:hlink>
          <a:srgbClr val="C0C0C0"/>
        </a:hlink>
        <a:folHlink>
          <a:srgbClr val="D18213"/>
        </a:folHlink>
      </a:clrScheme>
      <a:clrMap bg1="lt1" tx1="dk1" bg2="lt2" tx2="dk2" accent1="accent1" accent2="accent2" accent3="accent3" accent4="accent4" accent5="accent5" accent6="accent6" hlink="hlink" folHlink="folHlink"/>
    </a:extraClrScheme>
    <a:extraClrScheme>
      <a:clrScheme name="System i5 simplify pearl 2">
        <a:dk1>
          <a:srgbClr val="808080"/>
        </a:dk1>
        <a:lt1>
          <a:srgbClr val="FFFFFF"/>
        </a:lt1>
        <a:dk2>
          <a:srgbClr val="000000"/>
        </a:dk2>
        <a:lt2>
          <a:srgbClr val="CCCCFF"/>
        </a:lt2>
        <a:accent1>
          <a:srgbClr val="7889FB"/>
        </a:accent1>
        <a:accent2>
          <a:srgbClr val="DFFF66"/>
        </a:accent2>
        <a:accent3>
          <a:srgbClr val="AAAAAA"/>
        </a:accent3>
        <a:accent4>
          <a:srgbClr val="DADADA"/>
        </a:accent4>
        <a:accent5>
          <a:srgbClr val="BEC4FD"/>
        </a:accent5>
        <a:accent6>
          <a:srgbClr val="CAE75C"/>
        </a:accent6>
        <a:hlink>
          <a:srgbClr val="C0C0C0"/>
        </a:hlink>
        <a:folHlink>
          <a:srgbClr val="D18213"/>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theme_baigiang" id="{3BBCB59F-46B3-4750-81BA-6C4F98FE1C04}" vid="{0636B514-BCA1-4FE9-A26C-FDE946C1D7A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theme_baigiang</Template>
  <TotalTime>468</TotalTime>
  <Words>2343</Words>
  <Application>Microsoft Office PowerPoint</Application>
  <PresentationFormat>Widescreen</PresentationFormat>
  <Paragraphs>181</Paragraphs>
  <Slides>30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30</vt:i4>
      </vt:variant>
    </vt:vector>
  </HeadingPairs>
  <TitlesOfParts>
    <vt:vector size="35" baseType="lpstr">
      <vt:lpstr>MS PGothic</vt:lpstr>
      <vt:lpstr>Arial</vt:lpstr>
      <vt:lpstr>Calibri</vt:lpstr>
      <vt:lpstr>Wingdings</vt:lpstr>
      <vt:lpstr>theme_baigiang</vt:lpstr>
      <vt:lpstr>Chương 5: Ajax</vt:lpstr>
      <vt:lpstr>Nội dung</vt:lpstr>
      <vt:lpstr>1. Giới thiệu về Ajax</vt:lpstr>
      <vt:lpstr>1. Giới thiệu về Ajax</vt:lpstr>
      <vt:lpstr>1. Giới thiệu về Ajax</vt:lpstr>
      <vt:lpstr>2. Cách thức làm việc của Ajax</vt:lpstr>
      <vt:lpstr>2. Cách thức làm việc của Ajax</vt:lpstr>
      <vt:lpstr>2. Cách thức làm việc của Ajax</vt:lpstr>
      <vt:lpstr>2. Cách thức làm việc của Ajax</vt:lpstr>
      <vt:lpstr>3. Sử dụng Ajax</vt:lpstr>
      <vt:lpstr>3.1. Các bước cài đặt Ajax đơn giản</vt:lpstr>
      <vt:lpstr>3.1. Các bước cài đặt Ajax đơn giản</vt:lpstr>
      <vt:lpstr>Tạo đối tượng XMLHttpRequest</vt:lpstr>
      <vt:lpstr>Tạo đối tượng XMLHttpRequest</vt:lpstr>
      <vt:lpstr>Tạo đối tượng XMLHttpRequest</vt:lpstr>
      <vt:lpstr>Viết hàm gởi yêu cầu (request) đến Server</vt:lpstr>
      <vt:lpstr>Viết hàm gởi yêu cầu (request) đến Server</vt:lpstr>
      <vt:lpstr>Khai báo hàm sẽ xử lý dữ liệu trả về từ Server</vt:lpstr>
      <vt:lpstr>Thực hiện gửi request đến Server</vt:lpstr>
      <vt:lpstr> Code hoàn chỉnh để  gửi yêu cầu về Server </vt:lpstr>
      <vt:lpstr>Viết hàm xử lý thông tin khi Server response lại </vt:lpstr>
      <vt:lpstr>Ví dụ</vt:lpstr>
      <vt:lpstr>Trang giao diện Ajax_vd.aspx</vt:lpstr>
      <vt:lpstr>Trang giao diện Ajax_vd.aspx</vt:lpstr>
      <vt:lpstr>Code behide của trang Ajax_xuly.aspx</vt:lpstr>
      <vt:lpstr>3.2. ASP.Net Ajax Server Control</vt:lpstr>
      <vt:lpstr>3.2. ASP.Net Ajax Server Control</vt:lpstr>
      <vt:lpstr>Ví dụ: tạo trang lấy giờ hiện hành</vt:lpstr>
      <vt:lpstr>Trang code behide</vt:lpstr>
      <vt:lpstr>AJAX CONTROL TOOLKIT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Chương 4: Quản lý trạng thái</dc:title>
  <dc:creator>Admin</dc:creator>
  <cp:lastModifiedBy>Đỗ Thị Nhâm</cp:lastModifiedBy>
  <cp:revision>61</cp:revision>
  <cp:lastPrinted>2019-03-12T08:59:01Z</cp:lastPrinted>
  <dcterms:created xsi:type="dcterms:W3CDTF">2019-02-21T21:28:05Z</dcterms:created>
  <dcterms:modified xsi:type="dcterms:W3CDTF">2026-08-09T15:30:53Z</dcterms:modified>
</cp:coreProperties>
</file>